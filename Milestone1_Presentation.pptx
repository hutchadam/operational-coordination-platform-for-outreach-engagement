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8" r:id="rId2"/>
    <p:sldMasterId id="2147483683" r:id="rId3"/>
    <p:sldMasterId id="2147483686" r:id="rId4"/>
  </p:sldMasterIdLst>
  <p:sldIdLst>
    <p:sldId id="256" r:id="rId5"/>
    <p:sldId id="259" r:id="rId6"/>
    <p:sldId id="260" r:id="rId7"/>
    <p:sldId id="261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0" d="100"/>
          <a:sy n="130" d="100"/>
        </p:scale>
        <p:origin x="77" y="20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s://freepik.com/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713160" y="1014480"/>
            <a:ext cx="5601960" cy="2219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" name="Google Shape;11;p2"/>
          <p:cNvSpPr/>
          <p:nvPr/>
        </p:nvSpPr>
        <p:spPr>
          <a:xfrm>
            <a:off x="8291160" y="0"/>
            <a:ext cx="852480" cy="514332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2" name="Google Shape;12;p2"/>
          <p:cNvGrpSpPr/>
          <p:nvPr/>
        </p:nvGrpSpPr>
        <p:grpSpPr>
          <a:xfrm>
            <a:off x="-55080" y="539280"/>
            <a:ext cx="9198720" cy="4604040"/>
            <a:chOff x="-55080" y="539280"/>
            <a:chExt cx="9198720" cy="4604040"/>
          </a:xfrm>
        </p:grpSpPr>
        <p:cxnSp>
          <p:nvCxnSpPr>
            <p:cNvPr id="3" name="Google Shape;13;p2"/>
            <p:cNvCxnSpPr/>
            <p:nvPr/>
          </p:nvCxnSpPr>
          <p:spPr>
            <a:xfrm>
              <a:off x="-55080" y="4608360"/>
              <a:ext cx="4870800" cy="3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  <p:cxnSp>
          <p:nvCxnSpPr>
            <p:cNvPr id="4" name="Google Shape;14;p2"/>
            <p:cNvCxnSpPr/>
            <p:nvPr/>
          </p:nvCxnSpPr>
          <p:spPr>
            <a:xfrm>
              <a:off x="4751640" y="539280"/>
              <a:ext cx="4392360" cy="3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  <p:cxnSp>
          <p:nvCxnSpPr>
            <p:cNvPr id="5" name="Google Shape;15;p2"/>
            <p:cNvCxnSpPr/>
            <p:nvPr/>
          </p:nvCxnSpPr>
          <p:spPr>
            <a:xfrm flipV="1">
              <a:off x="8430480" y="804960"/>
              <a:ext cx="360" cy="433872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</p:grp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604520" y="1354680"/>
            <a:ext cx="5934960" cy="1844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7400" b="0" u="none" strike="noStrike">
                <a:solidFill>
                  <a:schemeClr val="dk1"/>
                </a:solidFill>
                <a:effectLst/>
                <a:uFillTx/>
                <a:latin typeface="Golos Text"/>
                <a:ea typeface="Golos Text"/>
              </a:rPr>
              <a:t>xx%</a:t>
            </a:r>
            <a:endParaRPr lang="fr-FR" sz="7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" name="Google Shape;71;p11"/>
          <p:cNvSpPr/>
          <p:nvPr/>
        </p:nvSpPr>
        <p:spPr>
          <a:xfrm rot="10800000">
            <a:off x="-54720" y="360"/>
            <a:ext cx="852480" cy="514332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9" name="Google Shape;72;p11"/>
          <p:cNvGrpSpPr/>
          <p:nvPr/>
        </p:nvGrpSpPr>
        <p:grpSpPr>
          <a:xfrm>
            <a:off x="-55080" y="0"/>
            <a:ext cx="9199080" cy="4603680"/>
            <a:chOff x="-55080" y="0"/>
            <a:chExt cx="9199080" cy="4603680"/>
          </a:xfrm>
        </p:grpSpPr>
        <p:cxnSp>
          <p:nvCxnSpPr>
            <p:cNvPr id="10" name="Google Shape;73;p11"/>
            <p:cNvCxnSpPr/>
            <p:nvPr/>
          </p:nvCxnSpPr>
          <p:spPr>
            <a:xfrm flipH="1">
              <a:off x="4580280" y="534600"/>
              <a:ext cx="4564080" cy="3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  <p:cxnSp>
          <p:nvCxnSpPr>
            <p:cNvPr id="11" name="Google Shape;74;p11"/>
            <p:cNvCxnSpPr/>
            <p:nvPr/>
          </p:nvCxnSpPr>
          <p:spPr>
            <a:xfrm flipH="1">
              <a:off x="-55080" y="4603680"/>
              <a:ext cx="6567480" cy="3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  <p:cxnSp>
          <p:nvCxnSpPr>
            <p:cNvPr id="12" name="Google Shape;75;p11"/>
            <p:cNvCxnSpPr/>
            <p:nvPr/>
          </p:nvCxnSpPr>
          <p:spPr>
            <a:xfrm>
              <a:off x="657720" y="0"/>
              <a:ext cx="360" cy="43383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_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2370960" y="572760"/>
            <a:ext cx="4401720" cy="738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600" b="0" u="none" strike="noStrike">
                <a:solidFill>
                  <a:schemeClr val="dk1"/>
                </a:solidFill>
                <a:effectLst/>
                <a:uFillTx/>
                <a:latin typeface="Golos Text"/>
                <a:ea typeface="Golos Text"/>
              </a:rPr>
              <a:t>xx%</a:t>
            </a:r>
            <a:endParaRPr lang="fr-FR" sz="3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title"/>
          </p:nvPr>
        </p:nvSpPr>
        <p:spPr>
          <a:xfrm>
            <a:off x="2370960" y="3382560"/>
            <a:ext cx="4401720" cy="738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600" b="0" u="none" strike="noStrike">
                <a:solidFill>
                  <a:schemeClr val="dk1"/>
                </a:solidFill>
                <a:effectLst/>
                <a:uFillTx/>
                <a:latin typeface="Golos Text"/>
                <a:ea typeface="Golos Text"/>
              </a:rPr>
              <a:t>xx%</a:t>
            </a:r>
            <a:endParaRPr lang="fr-FR" sz="3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title"/>
          </p:nvPr>
        </p:nvSpPr>
        <p:spPr>
          <a:xfrm>
            <a:off x="2370960" y="1977840"/>
            <a:ext cx="4401720" cy="738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600" b="0" u="none" strike="noStrike">
                <a:solidFill>
                  <a:schemeClr val="dk1"/>
                </a:solidFill>
                <a:effectLst/>
                <a:uFillTx/>
                <a:latin typeface="Golos Text"/>
                <a:ea typeface="Golos Text"/>
              </a:rPr>
              <a:t>xx%</a:t>
            </a:r>
            <a:endParaRPr lang="fr-FR" sz="3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33" name="Google Shape;121;p17"/>
          <p:cNvGrpSpPr/>
          <p:nvPr/>
        </p:nvGrpSpPr>
        <p:grpSpPr>
          <a:xfrm>
            <a:off x="711000" y="0"/>
            <a:ext cx="7719480" cy="5143320"/>
            <a:chOff x="711000" y="0"/>
            <a:chExt cx="7719480" cy="5143320"/>
          </a:xfrm>
        </p:grpSpPr>
        <p:cxnSp>
          <p:nvCxnSpPr>
            <p:cNvPr id="34" name="Google Shape;122;p17"/>
            <p:cNvCxnSpPr/>
            <p:nvPr/>
          </p:nvCxnSpPr>
          <p:spPr>
            <a:xfrm flipV="1">
              <a:off x="711000" y="2191320"/>
              <a:ext cx="360" cy="29523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  <p:cxnSp>
          <p:nvCxnSpPr>
            <p:cNvPr id="35" name="Google Shape;123;p17"/>
            <p:cNvCxnSpPr/>
            <p:nvPr/>
          </p:nvCxnSpPr>
          <p:spPr>
            <a:xfrm flipV="1">
              <a:off x="8430480" y="0"/>
              <a:ext cx="360" cy="219168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133;p20"/>
          <p:cNvGrpSpPr/>
          <p:nvPr/>
        </p:nvGrpSpPr>
        <p:grpSpPr>
          <a:xfrm>
            <a:off x="0" y="0"/>
            <a:ext cx="9144000" cy="5143320"/>
            <a:chOff x="0" y="0"/>
            <a:chExt cx="9144000" cy="5143320"/>
          </a:xfrm>
        </p:grpSpPr>
        <p:sp>
          <p:nvSpPr>
            <p:cNvPr id="43" name="Google Shape;134;p20"/>
            <p:cNvSpPr/>
            <p:nvPr/>
          </p:nvSpPr>
          <p:spPr>
            <a:xfrm>
              <a:off x="4186080" y="4426560"/>
              <a:ext cx="4957920" cy="710640"/>
            </a:xfrm>
            <a:prstGeom prst="rect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" name="Google Shape;135;p20"/>
            <p:cNvSpPr/>
            <p:nvPr/>
          </p:nvSpPr>
          <p:spPr>
            <a:xfrm>
              <a:off x="0" y="0"/>
              <a:ext cx="852480" cy="5143320"/>
            </a:xfrm>
            <a:prstGeom prst="rect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082400" y="544320"/>
            <a:ext cx="4223880" cy="120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46" name="Google Shape;138;p20"/>
          <p:cNvGrpSpPr/>
          <p:nvPr/>
        </p:nvGrpSpPr>
        <p:grpSpPr>
          <a:xfrm>
            <a:off x="0" y="539280"/>
            <a:ext cx="8430480" cy="4604040"/>
            <a:chOff x="0" y="539280"/>
            <a:chExt cx="8430480" cy="4604040"/>
          </a:xfrm>
        </p:grpSpPr>
        <p:cxnSp>
          <p:nvCxnSpPr>
            <p:cNvPr id="47" name="Google Shape;139;p20"/>
            <p:cNvCxnSpPr/>
            <p:nvPr/>
          </p:nvCxnSpPr>
          <p:spPr>
            <a:xfrm flipV="1">
              <a:off x="8430480" y="804960"/>
              <a:ext cx="360" cy="433872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  <p:cxnSp>
          <p:nvCxnSpPr>
            <p:cNvPr id="48" name="Google Shape;140;p20"/>
            <p:cNvCxnSpPr/>
            <p:nvPr/>
          </p:nvCxnSpPr>
          <p:spPr>
            <a:xfrm flipH="1">
              <a:off x="0" y="539280"/>
              <a:ext cx="4337280" cy="3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</p:grp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592200" y="544320"/>
            <a:ext cx="3311640" cy="3883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70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body"/>
          </p:nvPr>
        </p:nvSpPr>
        <p:spPr>
          <a:xfrm>
            <a:off x="1691280" y="1759320"/>
            <a:ext cx="5761440" cy="2092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55" name="PlaceHolder 2"/>
          <p:cNvSpPr>
            <a:spLocks noGrp="1"/>
          </p:cNvSpPr>
          <p:nvPr>
            <p:ph type="title"/>
          </p:nvPr>
        </p:nvSpPr>
        <p:spPr>
          <a:xfrm>
            <a:off x="713160" y="470520"/>
            <a:ext cx="7717320" cy="549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6" name="Google Shape;145;p21"/>
          <p:cNvSpPr/>
          <p:nvPr/>
        </p:nvSpPr>
        <p:spPr>
          <a:xfrm flipH="1">
            <a:off x="-720" y="4875840"/>
            <a:ext cx="9143640" cy="26712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57" name="Google Shape;146;p21"/>
          <p:cNvGrpSpPr/>
          <p:nvPr/>
        </p:nvGrpSpPr>
        <p:grpSpPr>
          <a:xfrm>
            <a:off x="276480" y="267120"/>
            <a:ext cx="8860320" cy="4876200"/>
            <a:chOff x="276480" y="267120"/>
            <a:chExt cx="8860320" cy="4876200"/>
          </a:xfrm>
        </p:grpSpPr>
        <p:cxnSp>
          <p:nvCxnSpPr>
            <p:cNvPr id="58" name="Google Shape;147;p21"/>
            <p:cNvCxnSpPr/>
            <p:nvPr/>
          </p:nvCxnSpPr>
          <p:spPr>
            <a:xfrm flipV="1">
              <a:off x="276480" y="2571840"/>
              <a:ext cx="360" cy="257184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  <p:cxnSp>
          <p:nvCxnSpPr>
            <p:cNvPr id="59" name="Google Shape;148;p21"/>
            <p:cNvCxnSpPr/>
            <p:nvPr/>
          </p:nvCxnSpPr>
          <p:spPr>
            <a:xfrm>
              <a:off x="4564800" y="267120"/>
              <a:ext cx="4572360" cy="3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948240" y="1185480"/>
            <a:ext cx="4862880" cy="803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1" name="Google Shape;152;p22"/>
          <p:cNvSpPr/>
          <p:nvPr/>
        </p:nvSpPr>
        <p:spPr>
          <a:xfrm rot="10800000" flipH="1">
            <a:off x="8291520" y="360"/>
            <a:ext cx="852480" cy="514332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62" name="Google Shape;153;p22"/>
          <p:cNvGrpSpPr/>
          <p:nvPr/>
        </p:nvGrpSpPr>
        <p:grpSpPr>
          <a:xfrm>
            <a:off x="-55080" y="0"/>
            <a:ext cx="9198720" cy="4603680"/>
            <a:chOff x="-55080" y="0"/>
            <a:chExt cx="9198720" cy="4603680"/>
          </a:xfrm>
        </p:grpSpPr>
        <p:cxnSp>
          <p:nvCxnSpPr>
            <p:cNvPr id="63" name="Google Shape;154;p22"/>
            <p:cNvCxnSpPr/>
            <p:nvPr/>
          </p:nvCxnSpPr>
          <p:spPr>
            <a:xfrm>
              <a:off x="-55080" y="534600"/>
              <a:ext cx="4571640" cy="3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  <p:cxnSp>
          <p:nvCxnSpPr>
            <p:cNvPr id="64" name="Google Shape;155;p22"/>
            <p:cNvCxnSpPr/>
            <p:nvPr/>
          </p:nvCxnSpPr>
          <p:spPr>
            <a:xfrm>
              <a:off x="4584960" y="4603680"/>
              <a:ext cx="4559040" cy="3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  <p:cxnSp>
          <p:nvCxnSpPr>
            <p:cNvPr id="65" name="Google Shape;156;p22"/>
            <p:cNvCxnSpPr/>
            <p:nvPr/>
          </p:nvCxnSpPr>
          <p:spPr>
            <a:xfrm>
              <a:off x="8430480" y="0"/>
              <a:ext cx="360" cy="43383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</p:grp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1262160" y="1023480"/>
            <a:ext cx="2890080" cy="1678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8" name="Google Shape;160;p23"/>
          <p:cNvSpPr/>
          <p:nvPr/>
        </p:nvSpPr>
        <p:spPr>
          <a:xfrm rot="10800000">
            <a:off x="360" y="360"/>
            <a:ext cx="716400" cy="514332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69" name="Google Shape;161;p23"/>
          <p:cNvGrpSpPr/>
          <p:nvPr/>
        </p:nvGrpSpPr>
        <p:grpSpPr>
          <a:xfrm>
            <a:off x="0" y="362880"/>
            <a:ext cx="8859960" cy="4780440"/>
            <a:chOff x="0" y="362880"/>
            <a:chExt cx="8859960" cy="4780440"/>
          </a:xfrm>
        </p:grpSpPr>
        <p:cxnSp>
          <p:nvCxnSpPr>
            <p:cNvPr id="70" name="Google Shape;162;p23"/>
            <p:cNvCxnSpPr/>
            <p:nvPr/>
          </p:nvCxnSpPr>
          <p:spPr>
            <a:xfrm flipH="1">
              <a:off x="0" y="362880"/>
              <a:ext cx="4871160" cy="3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  <p:cxnSp>
          <p:nvCxnSpPr>
            <p:cNvPr id="71" name="Google Shape;163;p23"/>
            <p:cNvCxnSpPr/>
            <p:nvPr/>
          </p:nvCxnSpPr>
          <p:spPr>
            <a:xfrm>
              <a:off x="8859960" y="1012320"/>
              <a:ext cx="360" cy="41313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713160" y="470520"/>
            <a:ext cx="7717320" cy="549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713160" y="1683000"/>
            <a:ext cx="3780720" cy="2734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82" name="PlaceHolder 3"/>
          <p:cNvSpPr>
            <a:spLocks noGrp="1"/>
          </p:cNvSpPr>
          <p:nvPr>
            <p:ph type="body"/>
          </p:nvPr>
        </p:nvSpPr>
        <p:spPr>
          <a:xfrm>
            <a:off x="4651200" y="1683000"/>
            <a:ext cx="3780720" cy="2734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83" name="Google Shape;179;p25"/>
          <p:cNvSpPr/>
          <p:nvPr/>
        </p:nvSpPr>
        <p:spPr>
          <a:xfrm flipH="1">
            <a:off x="712800" y="4876200"/>
            <a:ext cx="8430120" cy="26712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84" name="Google Shape;180;p25"/>
          <p:cNvGrpSpPr/>
          <p:nvPr/>
        </p:nvGrpSpPr>
        <p:grpSpPr>
          <a:xfrm>
            <a:off x="283680" y="-3960"/>
            <a:ext cx="8576280" cy="5147280"/>
            <a:chOff x="283680" y="-3960"/>
            <a:chExt cx="8576280" cy="5147280"/>
          </a:xfrm>
        </p:grpSpPr>
        <p:cxnSp>
          <p:nvCxnSpPr>
            <p:cNvPr id="85" name="Google Shape;181;p25"/>
            <p:cNvCxnSpPr/>
            <p:nvPr/>
          </p:nvCxnSpPr>
          <p:spPr>
            <a:xfrm>
              <a:off x="8859960" y="2571840"/>
              <a:ext cx="360" cy="257184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  <p:cxnSp>
          <p:nvCxnSpPr>
            <p:cNvPr id="86" name="Google Shape;182;p25"/>
            <p:cNvCxnSpPr/>
            <p:nvPr/>
          </p:nvCxnSpPr>
          <p:spPr>
            <a:xfrm>
              <a:off x="283680" y="-3960"/>
              <a:ext cx="360" cy="257580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713160" y="470520"/>
            <a:ext cx="7717320" cy="549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8" name="Google Shape;187;p26"/>
          <p:cNvSpPr/>
          <p:nvPr/>
        </p:nvSpPr>
        <p:spPr>
          <a:xfrm rot="10800000">
            <a:off x="8860680" y="0"/>
            <a:ext cx="283320" cy="514332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89" name="Google Shape;188;p26"/>
          <p:cNvGrpSpPr/>
          <p:nvPr/>
        </p:nvGrpSpPr>
        <p:grpSpPr>
          <a:xfrm>
            <a:off x="0" y="267120"/>
            <a:ext cx="9001800" cy="4876200"/>
            <a:chOff x="0" y="267120"/>
            <a:chExt cx="9001800" cy="4876200"/>
          </a:xfrm>
        </p:grpSpPr>
        <p:cxnSp>
          <p:nvCxnSpPr>
            <p:cNvPr id="90" name="Google Shape;189;p26"/>
            <p:cNvCxnSpPr/>
            <p:nvPr/>
          </p:nvCxnSpPr>
          <p:spPr>
            <a:xfrm flipH="1">
              <a:off x="0" y="267120"/>
              <a:ext cx="1739880" cy="3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  <p:cxnSp>
          <p:nvCxnSpPr>
            <p:cNvPr id="91" name="Google Shape;190;p26"/>
            <p:cNvCxnSpPr/>
            <p:nvPr/>
          </p:nvCxnSpPr>
          <p:spPr>
            <a:xfrm>
              <a:off x="9001800" y="1184760"/>
              <a:ext cx="360" cy="395892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5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713160" y="470520"/>
            <a:ext cx="7717320" cy="549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94" name="Google Shape;207;p28"/>
          <p:cNvSpPr/>
          <p:nvPr/>
        </p:nvSpPr>
        <p:spPr>
          <a:xfrm>
            <a:off x="0" y="4876200"/>
            <a:ext cx="9143640" cy="26712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95" name="Google Shape;208;p28"/>
          <p:cNvGrpSpPr/>
          <p:nvPr/>
        </p:nvGrpSpPr>
        <p:grpSpPr>
          <a:xfrm>
            <a:off x="283680" y="0"/>
            <a:ext cx="8860320" cy="5009760"/>
            <a:chOff x="283680" y="0"/>
            <a:chExt cx="8860320" cy="5009760"/>
          </a:xfrm>
        </p:grpSpPr>
        <p:cxnSp>
          <p:nvCxnSpPr>
            <p:cNvPr id="96" name="Google Shape;209;p28"/>
            <p:cNvCxnSpPr/>
            <p:nvPr/>
          </p:nvCxnSpPr>
          <p:spPr>
            <a:xfrm>
              <a:off x="4572000" y="5009760"/>
              <a:ext cx="4572360" cy="3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  <p:cxnSp>
          <p:nvCxnSpPr>
            <p:cNvPr id="97" name="Google Shape;210;p28"/>
            <p:cNvCxnSpPr/>
            <p:nvPr/>
          </p:nvCxnSpPr>
          <p:spPr>
            <a:xfrm flipV="1">
              <a:off x="283680" y="0"/>
              <a:ext cx="360" cy="291960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713160" y="470520"/>
            <a:ext cx="7717320" cy="549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02" name="Google Shape;235;p30"/>
          <p:cNvSpPr/>
          <p:nvPr/>
        </p:nvSpPr>
        <p:spPr>
          <a:xfrm>
            <a:off x="0" y="4876200"/>
            <a:ext cx="8430120" cy="26712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03" name="Google Shape;236;p30"/>
          <p:cNvGrpSpPr/>
          <p:nvPr/>
        </p:nvGrpSpPr>
        <p:grpSpPr>
          <a:xfrm>
            <a:off x="283680" y="-3960"/>
            <a:ext cx="8576280" cy="5147280"/>
            <a:chOff x="283680" y="-3960"/>
            <a:chExt cx="8576280" cy="5147280"/>
          </a:xfrm>
        </p:grpSpPr>
        <p:cxnSp>
          <p:nvCxnSpPr>
            <p:cNvPr id="104" name="Google Shape;237;p30"/>
            <p:cNvCxnSpPr/>
            <p:nvPr/>
          </p:nvCxnSpPr>
          <p:spPr>
            <a:xfrm>
              <a:off x="283680" y="2571840"/>
              <a:ext cx="360" cy="257184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  <p:cxnSp>
          <p:nvCxnSpPr>
            <p:cNvPr id="105" name="Google Shape;238;p30"/>
            <p:cNvCxnSpPr/>
            <p:nvPr/>
          </p:nvCxnSpPr>
          <p:spPr>
            <a:xfrm>
              <a:off x="8859960" y="-3960"/>
              <a:ext cx="360" cy="257580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713160" y="470520"/>
            <a:ext cx="7717320" cy="549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07" name="Google Shape;25;p4"/>
          <p:cNvSpPr/>
          <p:nvPr/>
        </p:nvSpPr>
        <p:spPr>
          <a:xfrm flipH="1">
            <a:off x="-720" y="0"/>
            <a:ext cx="9143640" cy="26712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08" name="Google Shape;26;p4"/>
          <p:cNvGrpSpPr/>
          <p:nvPr/>
        </p:nvGrpSpPr>
        <p:grpSpPr>
          <a:xfrm>
            <a:off x="0" y="0"/>
            <a:ext cx="8859960" cy="4875840"/>
            <a:chOff x="0" y="0"/>
            <a:chExt cx="8859960" cy="4875840"/>
          </a:xfrm>
        </p:grpSpPr>
        <p:cxnSp>
          <p:nvCxnSpPr>
            <p:cNvPr id="109" name="Google Shape;27;p4"/>
            <p:cNvCxnSpPr/>
            <p:nvPr/>
          </p:nvCxnSpPr>
          <p:spPr>
            <a:xfrm>
              <a:off x="8859960" y="0"/>
              <a:ext cx="360" cy="257184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  <p:cxnSp>
          <p:nvCxnSpPr>
            <p:cNvPr id="110" name="Google Shape;28;p4"/>
            <p:cNvCxnSpPr/>
            <p:nvPr/>
          </p:nvCxnSpPr>
          <p:spPr>
            <a:xfrm flipH="1">
              <a:off x="0" y="4875840"/>
              <a:ext cx="8444880" cy="3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7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713160" y="470520"/>
            <a:ext cx="7717320" cy="549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12" name="Google Shape;253;p31"/>
          <p:cNvSpPr/>
          <p:nvPr/>
        </p:nvSpPr>
        <p:spPr>
          <a:xfrm rot="10800000" flipH="1">
            <a:off x="-360" y="0"/>
            <a:ext cx="283320" cy="514332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13" name="Google Shape;254;p31"/>
          <p:cNvGrpSpPr/>
          <p:nvPr/>
        </p:nvGrpSpPr>
        <p:grpSpPr>
          <a:xfrm>
            <a:off x="141840" y="267120"/>
            <a:ext cx="9001800" cy="4876200"/>
            <a:chOff x="141840" y="267120"/>
            <a:chExt cx="9001800" cy="4876200"/>
          </a:xfrm>
        </p:grpSpPr>
        <p:cxnSp>
          <p:nvCxnSpPr>
            <p:cNvPr id="114" name="Google Shape;255;p31"/>
            <p:cNvCxnSpPr/>
            <p:nvPr/>
          </p:nvCxnSpPr>
          <p:spPr>
            <a:xfrm>
              <a:off x="7907760" y="267120"/>
              <a:ext cx="1236240" cy="3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  <p:cxnSp>
          <p:nvCxnSpPr>
            <p:cNvPr id="115" name="Google Shape;256;p31"/>
            <p:cNvCxnSpPr/>
            <p:nvPr/>
          </p:nvCxnSpPr>
          <p:spPr>
            <a:xfrm>
              <a:off x="141840" y="1184760"/>
              <a:ext cx="360" cy="395892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8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2654640" y="530280"/>
            <a:ext cx="3834360" cy="1107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17" name="Google Shape;261;p32"/>
          <p:cNvGrpSpPr/>
          <p:nvPr/>
        </p:nvGrpSpPr>
        <p:grpSpPr>
          <a:xfrm>
            <a:off x="713520" y="2579400"/>
            <a:ext cx="8430480" cy="2563920"/>
            <a:chOff x="713520" y="2579400"/>
            <a:chExt cx="8430480" cy="2563920"/>
          </a:xfrm>
        </p:grpSpPr>
        <p:cxnSp>
          <p:nvCxnSpPr>
            <p:cNvPr id="118" name="Google Shape;262;p32"/>
            <p:cNvCxnSpPr/>
            <p:nvPr/>
          </p:nvCxnSpPr>
          <p:spPr>
            <a:xfrm>
              <a:off x="2838960" y="4875840"/>
              <a:ext cx="6305400" cy="3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  <p:cxnSp>
          <p:nvCxnSpPr>
            <p:cNvPr id="119" name="Google Shape;263;p32"/>
            <p:cNvCxnSpPr/>
            <p:nvPr/>
          </p:nvCxnSpPr>
          <p:spPr>
            <a:xfrm flipV="1">
              <a:off x="713520" y="2579400"/>
              <a:ext cx="360" cy="256428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</p:grpSp>
      <p:sp>
        <p:nvSpPr>
          <p:cNvPr id="120" name="Google Shape;264;p32"/>
          <p:cNvSpPr/>
          <p:nvPr/>
        </p:nvSpPr>
        <p:spPr>
          <a:xfrm>
            <a:off x="2654640" y="3304440"/>
            <a:ext cx="3834360" cy="79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Commissioner"/>
                <a:ea typeface="Commissioner"/>
              </a:rPr>
              <a:t>Credits: This presentation template was created by 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Commissioner"/>
                <a:ea typeface="Commissioner"/>
                <a:hlinkClick r:id="rId2"/>
              </a:rPr>
              <a:t>Slidesgo</a:t>
            </a: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Commissioner"/>
                <a:ea typeface="Commissioner"/>
              </a:rPr>
              <a:t>, and includes icons, infographics &amp; images by 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Commissioner"/>
                <a:ea typeface="Commissioner"/>
                <a:hlinkClick r:id="rId3"/>
              </a:rPr>
              <a:t>Freepi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Commissioner"/>
                <a:ea typeface="Commissioner"/>
                <a:hlinkClick r:id="rId3"/>
              </a:rPr>
              <a:t>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271;p34"/>
          <p:cNvSpPr/>
          <p:nvPr/>
        </p:nvSpPr>
        <p:spPr>
          <a:xfrm rot="10800000">
            <a:off x="360" y="360"/>
            <a:ext cx="716400" cy="514332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26" name="Google Shape;272;p34"/>
          <p:cNvGrpSpPr/>
          <p:nvPr/>
        </p:nvGrpSpPr>
        <p:grpSpPr>
          <a:xfrm>
            <a:off x="0" y="362880"/>
            <a:ext cx="8859960" cy="4780440"/>
            <a:chOff x="0" y="362880"/>
            <a:chExt cx="8859960" cy="4780440"/>
          </a:xfrm>
        </p:grpSpPr>
        <p:cxnSp>
          <p:nvCxnSpPr>
            <p:cNvPr id="127" name="Google Shape;273;p34"/>
            <p:cNvCxnSpPr/>
            <p:nvPr/>
          </p:nvCxnSpPr>
          <p:spPr>
            <a:xfrm flipH="1">
              <a:off x="0" y="362880"/>
              <a:ext cx="4871160" cy="3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  <p:cxnSp>
          <p:nvCxnSpPr>
            <p:cNvPr id="128" name="Google Shape;274;p34"/>
            <p:cNvCxnSpPr/>
            <p:nvPr/>
          </p:nvCxnSpPr>
          <p:spPr>
            <a:xfrm>
              <a:off x="8859960" y="1012320"/>
              <a:ext cx="360" cy="41313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713160" y="470520"/>
            <a:ext cx="7717320" cy="549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33" name="Google Shape;39;p6"/>
          <p:cNvSpPr/>
          <p:nvPr/>
        </p:nvSpPr>
        <p:spPr>
          <a:xfrm>
            <a:off x="0" y="0"/>
            <a:ext cx="283320" cy="514332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34" name="Google Shape;40;p6"/>
          <p:cNvGrpSpPr/>
          <p:nvPr/>
        </p:nvGrpSpPr>
        <p:grpSpPr>
          <a:xfrm>
            <a:off x="141840" y="0"/>
            <a:ext cx="9001800" cy="4875840"/>
            <a:chOff x="141840" y="0"/>
            <a:chExt cx="9001800" cy="4875840"/>
          </a:xfrm>
        </p:grpSpPr>
        <p:cxnSp>
          <p:nvCxnSpPr>
            <p:cNvPr id="135" name="Google Shape;41;p6"/>
            <p:cNvCxnSpPr/>
            <p:nvPr/>
          </p:nvCxnSpPr>
          <p:spPr>
            <a:xfrm>
              <a:off x="4576320" y="4875840"/>
              <a:ext cx="4567680" cy="3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  <p:cxnSp>
          <p:nvCxnSpPr>
            <p:cNvPr id="136" name="Google Shape;42;p6"/>
            <p:cNvCxnSpPr/>
            <p:nvPr/>
          </p:nvCxnSpPr>
          <p:spPr>
            <a:xfrm flipV="1">
              <a:off x="141840" y="0"/>
              <a:ext cx="360" cy="39585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</p:grpSp>
      <p:sp>
        <p:nvSpPr>
          <p:cNvPr id="13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713160" y="519120"/>
            <a:ext cx="2789280" cy="1971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40" name="Google Shape;47;p7"/>
          <p:cNvSpPr/>
          <p:nvPr/>
        </p:nvSpPr>
        <p:spPr>
          <a:xfrm>
            <a:off x="0" y="0"/>
            <a:ext cx="283320" cy="514332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41" name="Google Shape;48;p7"/>
          <p:cNvGrpSpPr/>
          <p:nvPr/>
        </p:nvGrpSpPr>
        <p:grpSpPr>
          <a:xfrm>
            <a:off x="0" y="0"/>
            <a:ext cx="3812040" cy="4608360"/>
            <a:chOff x="0" y="0"/>
            <a:chExt cx="3812040" cy="4608360"/>
          </a:xfrm>
        </p:grpSpPr>
        <p:cxnSp>
          <p:nvCxnSpPr>
            <p:cNvPr id="142" name="Google Shape;49;p7"/>
            <p:cNvCxnSpPr/>
            <p:nvPr/>
          </p:nvCxnSpPr>
          <p:spPr>
            <a:xfrm flipV="1">
              <a:off x="3812040" y="0"/>
              <a:ext cx="360" cy="6987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  <p:cxnSp>
          <p:nvCxnSpPr>
            <p:cNvPr id="143" name="Google Shape;50;p7"/>
            <p:cNvCxnSpPr/>
            <p:nvPr/>
          </p:nvCxnSpPr>
          <p:spPr>
            <a:xfrm>
              <a:off x="0" y="4608360"/>
              <a:ext cx="3387240" cy="3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1864800" y="1218960"/>
            <a:ext cx="5414040" cy="2298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45" name="Google Shape;53;p8"/>
          <p:cNvSpPr/>
          <p:nvPr/>
        </p:nvSpPr>
        <p:spPr>
          <a:xfrm flipH="1">
            <a:off x="-55440" y="0"/>
            <a:ext cx="852480" cy="514332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46" name="Google Shape;54;p8"/>
          <p:cNvGrpSpPr/>
          <p:nvPr/>
        </p:nvGrpSpPr>
        <p:grpSpPr>
          <a:xfrm>
            <a:off x="-55080" y="539280"/>
            <a:ext cx="9199080" cy="4604040"/>
            <a:chOff x="-55080" y="539280"/>
            <a:chExt cx="9199080" cy="4604040"/>
          </a:xfrm>
        </p:grpSpPr>
        <p:cxnSp>
          <p:nvCxnSpPr>
            <p:cNvPr id="147" name="Google Shape;55;p8"/>
            <p:cNvCxnSpPr/>
            <p:nvPr/>
          </p:nvCxnSpPr>
          <p:spPr>
            <a:xfrm flipH="1">
              <a:off x="3484800" y="4608360"/>
              <a:ext cx="5659560" cy="3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  <p:cxnSp>
          <p:nvCxnSpPr>
            <p:cNvPr id="148" name="Google Shape;56;p8"/>
            <p:cNvCxnSpPr/>
            <p:nvPr/>
          </p:nvCxnSpPr>
          <p:spPr>
            <a:xfrm flipH="1">
              <a:off x="-55080" y="539280"/>
              <a:ext cx="4641480" cy="3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  <p:cxnSp>
          <p:nvCxnSpPr>
            <p:cNvPr id="149" name="Google Shape;57;p8"/>
            <p:cNvCxnSpPr/>
            <p:nvPr/>
          </p:nvCxnSpPr>
          <p:spPr>
            <a:xfrm flipV="1">
              <a:off x="657720" y="804960"/>
              <a:ext cx="360" cy="433872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1963080" y="829800"/>
            <a:ext cx="5217840" cy="1338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51" name="Google Shape;61;p9"/>
          <p:cNvSpPr/>
          <p:nvPr/>
        </p:nvSpPr>
        <p:spPr>
          <a:xfrm>
            <a:off x="0" y="4426560"/>
            <a:ext cx="9143640" cy="71064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52" name="Google Shape;62;p9"/>
          <p:cNvGrpSpPr/>
          <p:nvPr/>
        </p:nvGrpSpPr>
        <p:grpSpPr>
          <a:xfrm>
            <a:off x="712440" y="539280"/>
            <a:ext cx="8431560" cy="4604040"/>
            <a:chOff x="712440" y="539280"/>
            <a:chExt cx="8431560" cy="4604040"/>
          </a:xfrm>
        </p:grpSpPr>
        <p:cxnSp>
          <p:nvCxnSpPr>
            <p:cNvPr id="153" name="Google Shape;63;p9"/>
            <p:cNvCxnSpPr/>
            <p:nvPr/>
          </p:nvCxnSpPr>
          <p:spPr>
            <a:xfrm>
              <a:off x="4572000" y="539280"/>
              <a:ext cx="4572360" cy="3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  <p:cxnSp>
          <p:nvCxnSpPr>
            <p:cNvPr id="154" name="Google Shape;64;p9"/>
            <p:cNvCxnSpPr/>
            <p:nvPr/>
          </p:nvCxnSpPr>
          <p:spPr>
            <a:xfrm flipV="1">
              <a:off x="712440" y="1685160"/>
              <a:ext cx="360" cy="345852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713160" y="470520"/>
            <a:ext cx="7717320" cy="549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4" name="PlaceHolder 2"/>
          <p:cNvSpPr>
            <a:spLocks noGrp="1"/>
          </p:cNvSpPr>
          <p:nvPr>
            <p:ph type="title"/>
          </p:nvPr>
        </p:nvSpPr>
        <p:spPr>
          <a:xfrm>
            <a:off x="993600" y="1483560"/>
            <a:ext cx="875880" cy="1152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400" b="0" u="none" strike="noStrike">
                <a:solidFill>
                  <a:schemeClr val="dk1"/>
                </a:solidFill>
                <a:effectLst/>
                <a:uFillTx/>
                <a:latin typeface="Golos Text"/>
                <a:ea typeface="Golos Text"/>
              </a:rPr>
              <a:t>xx%</a:t>
            </a:r>
            <a:endParaRPr lang="fr-FR" sz="3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title"/>
          </p:nvPr>
        </p:nvSpPr>
        <p:spPr>
          <a:xfrm>
            <a:off x="993600" y="3179880"/>
            <a:ext cx="875880" cy="1152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400" b="0" u="none" strike="noStrike">
                <a:solidFill>
                  <a:schemeClr val="dk1"/>
                </a:solidFill>
                <a:effectLst/>
                <a:uFillTx/>
                <a:latin typeface="Golos Text"/>
                <a:ea typeface="Golos Text"/>
              </a:rPr>
              <a:t>xx%</a:t>
            </a:r>
            <a:endParaRPr lang="fr-FR" sz="3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title"/>
          </p:nvPr>
        </p:nvSpPr>
        <p:spPr>
          <a:xfrm>
            <a:off x="5033880" y="1483560"/>
            <a:ext cx="875880" cy="1152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400" b="0" u="none" strike="noStrike">
                <a:solidFill>
                  <a:schemeClr val="dk1"/>
                </a:solidFill>
                <a:effectLst/>
                <a:uFillTx/>
                <a:latin typeface="Golos Text"/>
                <a:ea typeface="Golos Text"/>
              </a:rPr>
              <a:t>xx%</a:t>
            </a:r>
            <a:endParaRPr lang="fr-FR" sz="3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title"/>
          </p:nvPr>
        </p:nvSpPr>
        <p:spPr>
          <a:xfrm>
            <a:off x="5033880" y="3179880"/>
            <a:ext cx="875880" cy="1152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400" b="0" u="none" strike="noStrike">
                <a:solidFill>
                  <a:schemeClr val="dk1"/>
                </a:solidFill>
                <a:effectLst/>
                <a:uFillTx/>
                <a:latin typeface="Golos Text"/>
                <a:ea typeface="Golos Text"/>
              </a:rPr>
              <a:t>xx%</a:t>
            </a:r>
            <a:endParaRPr lang="fr-FR" sz="3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18" name="Google Shape;91;p13"/>
          <p:cNvCxnSpPr/>
          <p:nvPr/>
        </p:nvCxnSpPr>
        <p:spPr>
          <a:xfrm flipV="1">
            <a:off x="9001800" y="0"/>
            <a:ext cx="360" cy="2652840"/>
          </a:xfrm>
          <a:prstGeom prst="straightConnector1">
            <a:avLst/>
          </a:prstGeom>
          <a:ln w="9525">
            <a:solidFill>
              <a:srgbClr val="0A0A0A"/>
            </a:solidFill>
            <a:round/>
          </a:ln>
        </p:spPr>
      </p:cxn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783000" y="3920040"/>
            <a:ext cx="7577280" cy="55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20" name="Google Shape;95;p14"/>
          <p:cNvCxnSpPr/>
          <p:nvPr/>
        </p:nvCxnSpPr>
        <p:spPr>
          <a:xfrm flipH="1">
            <a:off x="0" y="4875840"/>
            <a:ext cx="8257320" cy="360"/>
          </a:xfrm>
          <a:prstGeom prst="straightConnector1">
            <a:avLst/>
          </a:prstGeom>
          <a:ln w="9525">
            <a:solidFill>
              <a:srgbClr val="0A0A0A"/>
            </a:solidFill>
            <a:round/>
          </a:ln>
        </p:spPr>
      </p:cxn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2053080" y="2036160"/>
            <a:ext cx="5578920" cy="1477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4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2" name="PlaceHolder 2"/>
          <p:cNvSpPr>
            <a:spLocks noGrp="1"/>
          </p:cNvSpPr>
          <p:nvPr>
            <p:ph type="title"/>
          </p:nvPr>
        </p:nvSpPr>
        <p:spPr>
          <a:xfrm>
            <a:off x="6556320" y="1012680"/>
            <a:ext cx="1075680" cy="869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r">
              <a:lnSpc>
                <a:spcPct val="100000"/>
              </a:lnSpc>
              <a:buNone/>
            </a:pPr>
            <a:r>
              <a:rPr lang="fr-FR" sz="4200" b="0" u="none" strike="noStrike">
                <a:solidFill>
                  <a:schemeClr val="dk1"/>
                </a:solidFill>
                <a:effectLst/>
                <a:uFillTx/>
                <a:latin typeface="Golos Text"/>
                <a:ea typeface="Golos Text"/>
              </a:rPr>
              <a:t>xx%</a:t>
            </a:r>
            <a:endParaRPr lang="fr-FR" sz="4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3" name="Google Shape;100;p15"/>
          <p:cNvSpPr/>
          <p:nvPr/>
        </p:nvSpPr>
        <p:spPr>
          <a:xfrm flipH="1">
            <a:off x="0" y="0"/>
            <a:ext cx="852480" cy="514332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cxnSp>
        <p:nvCxnSpPr>
          <p:cNvPr id="24" name="Google Shape;101;p15"/>
          <p:cNvCxnSpPr/>
          <p:nvPr/>
        </p:nvCxnSpPr>
        <p:spPr>
          <a:xfrm flipH="1">
            <a:off x="0" y="4875840"/>
            <a:ext cx="4871160" cy="360"/>
          </a:xfrm>
          <a:prstGeom prst="straightConnector1">
            <a:avLst/>
          </a:prstGeom>
          <a:ln w="9525">
            <a:solidFill>
              <a:srgbClr val="0A0A0A"/>
            </a:solidFill>
            <a:round/>
          </a:ln>
        </p:spPr>
      </p:cxn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713160" y="470520"/>
            <a:ext cx="7717320" cy="549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6" name="PlaceHolder 2"/>
          <p:cNvSpPr>
            <a:spLocks noGrp="1"/>
          </p:cNvSpPr>
          <p:nvPr>
            <p:ph type="title"/>
          </p:nvPr>
        </p:nvSpPr>
        <p:spPr>
          <a:xfrm>
            <a:off x="713160" y="1575000"/>
            <a:ext cx="2400120" cy="799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Golos Text"/>
                <a:ea typeface="Golos Text"/>
              </a:rPr>
              <a:t>xx%</a:t>
            </a:r>
            <a:endParaRPr lang="fr-FR" sz="4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title"/>
          </p:nvPr>
        </p:nvSpPr>
        <p:spPr>
          <a:xfrm>
            <a:off x="6030360" y="1575000"/>
            <a:ext cx="2400120" cy="799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Golos Text"/>
                <a:ea typeface="Golos Text"/>
              </a:rPr>
              <a:t>xx%</a:t>
            </a:r>
            <a:endParaRPr lang="fr-FR" sz="4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title"/>
          </p:nvPr>
        </p:nvSpPr>
        <p:spPr>
          <a:xfrm>
            <a:off x="3371760" y="1575000"/>
            <a:ext cx="2400120" cy="799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Golos Text"/>
                <a:ea typeface="Golos Text"/>
              </a:rPr>
              <a:t>xx%</a:t>
            </a:r>
            <a:endParaRPr lang="fr-FR" sz="4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29" name="Google Shape;113;p16"/>
          <p:cNvCxnSpPr/>
          <p:nvPr/>
        </p:nvCxnSpPr>
        <p:spPr>
          <a:xfrm flipH="1">
            <a:off x="5035680" y="4797360"/>
            <a:ext cx="4108680" cy="360"/>
          </a:xfrm>
          <a:prstGeom prst="straightConnector1">
            <a:avLst/>
          </a:prstGeom>
          <a:ln w="9525">
            <a:solidFill>
              <a:srgbClr val="0A0A0A"/>
            </a:solidFill>
            <a:round/>
          </a:ln>
        </p:spPr>
      </p:cxn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713160" y="470520"/>
            <a:ext cx="7717320" cy="549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37" name="Google Shape;126;p18"/>
          <p:cNvGrpSpPr/>
          <p:nvPr/>
        </p:nvGrpSpPr>
        <p:grpSpPr>
          <a:xfrm>
            <a:off x="-360" y="4876200"/>
            <a:ext cx="9143640" cy="267120"/>
            <a:chOff x="-360" y="4876200"/>
            <a:chExt cx="9143640" cy="267120"/>
          </a:xfrm>
        </p:grpSpPr>
        <p:sp>
          <p:nvSpPr>
            <p:cNvPr id="38" name="Google Shape;127;p18"/>
            <p:cNvSpPr/>
            <p:nvPr/>
          </p:nvSpPr>
          <p:spPr>
            <a:xfrm flipH="1">
              <a:off x="-720" y="4876200"/>
              <a:ext cx="9143640" cy="267120"/>
            </a:xfrm>
            <a:prstGeom prst="rect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39" name="Google Shape;128;p18"/>
            <p:cNvCxnSpPr/>
            <p:nvPr/>
          </p:nvCxnSpPr>
          <p:spPr>
            <a:xfrm flipH="1">
              <a:off x="0" y="5009760"/>
              <a:ext cx="4572360" cy="3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_1_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713160" y="470520"/>
            <a:ext cx="7717320" cy="549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41" name="Google Shape;131;p19"/>
          <p:cNvCxnSpPr/>
          <p:nvPr/>
        </p:nvCxnSpPr>
        <p:spPr>
          <a:xfrm>
            <a:off x="0" y="262080"/>
            <a:ext cx="2286360" cy="360"/>
          </a:xfrm>
          <a:prstGeom prst="straightConnector1">
            <a:avLst/>
          </a:prstGeom>
          <a:ln w="9525">
            <a:solidFill>
              <a:srgbClr val="0A0A0A"/>
            </a:solidFill>
            <a:round/>
          </a:ln>
        </p:spPr>
      </p:cxn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1512000" y="2036160"/>
            <a:ext cx="4944600" cy="1477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4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1" name="PlaceHolder 2"/>
          <p:cNvSpPr>
            <a:spLocks noGrp="1"/>
          </p:cNvSpPr>
          <p:nvPr>
            <p:ph type="title"/>
          </p:nvPr>
        </p:nvSpPr>
        <p:spPr>
          <a:xfrm>
            <a:off x="1512000" y="1012680"/>
            <a:ext cx="1075680" cy="869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4200" b="0" u="none" strike="noStrike">
                <a:solidFill>
                  <a:schemeClr val="dk1"/>
                </a:solidFill>
                <a:effectLst/>
                <a:uFillTx/>
                <a:latin typeface="Golos Text"/>
                <a:ea typeface="Golos Text"/>
              </a:rPr>
              <a:t>xx%</a:t>
            </a:r>
            <a:endParaRPr lang="fr-FR" sz="4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2" name="Google Shape;20;p3"/>
          <p:cNvSpPr/>
          <p:nvPr/>
        </p:nvSpPr>
        <p:spPr>
          <a:xfrm>
            <a:off x="8291160" y="0"/>
            <a:ext cx="852480" cy="514332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cxnSp>
        <p:nvCxnSpPr>
          <p:cNvPr id="53" name="Google Shape;21;p3"/>
          <p:cNvCxnSpPr/>
          <p:nvPr/>
        </p:nvCxnSpPr>
        <p:spPr>
          <a:xfrm>
            <a:off x="4273200" y="4875840"/>
            <a:ext cx="4871160" cy="360"/>
          </a:xfrm>
          <a:prstGeom prst="straightConnector1">
            <a:avLst/>
          </a:prstGeom>
          <a:ln w="9525">
            <a:solidFill>
              <a:srgbClr val="0A0A0A"/>
            </a:solidFill>
            <a:round/>
          </a:ln>
        </p:spPr>
      </p:cxn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746960" y="1023480"/>
            <a:ext cx="2629800" cy="1521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73" name="Google Shape;167;p24"/>
          <p:cNvGrpSpPr/>
          <p:nvPr/>
        </p:nvGrpSpPr>
        <p:grpSpPr>
          <a:xfrm>
            <a:off x="0" y="0"/>
            <a:ext cx="9143640" cy="5143320"/>
            <a:chOff x="0" y="0"/>
            <a:chExt cx="9143640" cy="5143320"/>
          </a:xfrm>
        </p:grpSpPr>
        <p:grpSp>
          <p:nvGrpSpPr>
            <p:cNvPr id="74" name="Google Shape;168;p24"/>
            <p:cNvGrpSpPr/>
            <p:nvPr/>
          </p:nvGrpSpPr>
          <p:grpSpPr>
            <a:xfrm>
              <a:off x="0" y="0"/>
              <a:ext cx="9143640" cy="5143320"/>
              <a:chOff x="0" y="0"/>
              <a:chExt cx="9143640" cy="5143320"/>
            </a:xfrm>
          </p:grpSpPr>
          <p:sp>
            <p:nvSpPr>
              <p:cNvPr id="75" name="Google Shape;169;p24"/>
              <p:cNvSpPr/>
              <p:nvPr/>
            </p:nvSpPr>
            <p:spPr>
              <a:xfrm flipH="1">
                <a:off x="0" y="4608720"/>
                <a:ext cx="4957920" cy="528840"/>
              </a:xfrm>
              <a:prstGeom prst="rect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6" name="Google Shape;170;p24"/>
              <p:cNvSpPr/>
              <p:nvPr/>
            </p:nvSpPr>
            <p:spPr>
              <a:xfrm flipH="1">
                <a:off x="8291160" y="0"/>
                <a:ext cx="852480" cy="5143320"/>
              </a:xfrm>
              <a:prstGeom prst="rect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77" name="Google Shape;171;p24"/>
            <p:cNvGrpSpPr/>
            <p:nvPr/>
          </p:nvGrpSpPr>
          <p:grpSpPr>
            <a:xfrm>
              <a:off x="713160" y="539280"/>
              <a:ext cx="8430480" cy="4604040"/>
              <a:chOff x="713160" y="539280"/>
              <a:chExt cx="8430480" cy="4604040"/>
            </a:xfrm>
          </p:grpSpPr>
          <p:cxnSp>
            <p:nvCxnSpPr>
              <p:cNvPr id="78" name="Google Shape;172;p24"/>
              <p:cNvCxnSpPr/>
              <p:nvPr/>
            </p:nvCxnSpPr>
            <p:spPr>
              <a:xfrm flipV="1">
                <a:off x="713160" y="804960"/>
                <a:ext cx="360" cy="4338720"/>
              </a:xfrm>
              <a:prstGeom prst="straightConnector1">
                <a:avLst/>
              </a:prstGeom>
              <a:ln w="9525">
                <a:solidFill>
                  <a:srgbClr val="0A0A0A"/>
                </a:solidFill>
                <a:round/>
              </a:ln>
            </p:spPr>
          </p:cxnSp>
          <p:cxnSp>
            <p:nvCxnSpPr>
              <p:cNvPr id="79" name="Google Shape;173;p24"/>
              <p:cNvCxnSpPr/>
              <p:nvPr/>
            </p:nvCxnSpPr>
            <p:spPr>
              <a:xfrm>
                <a:off x="4807080" y="539280"/>
                <a:ext cx="4336920" cy="360"/>
              </a:xfrm>
              <a:prstGeom prst="straightConnector1">
                <a:avLst/>
              </a:prstGeom>
              <a:ln w="9525">
                <a:solidFill>
                  <a:srgbClr val="0A0A0A"/>
                </a:solidFill>
                <a:round/>
              </a:ln>
            </p:spPr>
          </p:cxnSp>
        </p:grp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713160" y="470520"/>
            <a:ext cx="7717320" cy="549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713160" y="470520"/>
            <a:ext cx="7717320" cy="549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99" name="Google Shape;221;p29"/>
          <p:cNvSpPr/>
          <p:nvPr/>
        </p:nvSpPr>
        <p:spPr>
          <a:xfrm flipH="1">
            <a:off x="8859600" y="0"/>
            <a:ext cx="283320" cy="514332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cxnSp>
        <p:nvCxnSpPr>
          <p:cNvPr id="100" name="Google Shape;222;p29"/>
          <p:cNvCxnSpPr/>
          <p:nvPr/>
        </p:nvCxnSpPr>
        <p:spPr>
          <a:xfrm flipV="1">
            <a:off x="9001800" y="0"/>
            <a:ext cx="360" cy="3958560"/>
          </a:xfrm>
          <a:prstGeom prst="straightConnector1">
            <a:avLst/>
          </a:prstGeom>
          <a:ln w="9525">
            <a:solidFill>
              <a:srgbClr val="0A0A0A"/>
            </a:solidFill>
            <a:round/>
          </a:ln>
        </p:spPr>
      </p:cxn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1" name="Google Shape;266;p33"/>
          <p:cNvCxnSpPr/>
          <p:nvPr/>
        </p:nvCxnSpPr>
        <p:spPr>
          <a:xfrm flipV="1">
            <a:off x="9001800" y="0"/>
            <a:ext cx="360" cy="2652840"/>
          </a:xfrm>
          <a:prstGeom prst="straightConnector1">
            <a:avLst/>
          </a:prstGeom>
          <a:ln w="9525">
            <a:solidFill>
              <a:srgbClr val="0A0A0A"/>
            </a:solidFill>
            <a:round/>
          </a:ln>
        </p:spPr>
      </p:cxnSp>
      <p:sp>
        <p:nvSpPr>
          <p:cNvPr id="122" name="Google Shape;267;p33"/>
          <p:cNvSpPr/>
          <p:nvPr/>
        </p:nvSpPr>
        <p:spPr>
          <a:xfrm>
            <a:off x="8291160" y="0"/>
            <a:ext cx="852480" cy="514332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cxnSp>
        <p:nvCxnSpPr>
          <p:cNvPr id="123" name="Google Shape;268;p33"/>
          <p:cNvCxnSpPr/>
          <p:nvPr/>
        </p:nvCxnSpPr>
        <p:spPr>
          <a:xfrm>
            <a:off x="4273200" y="4875840"/>
            <a:ext cx="4871160" cy="360"/>
          </a:xfrm>
          <a:prstGeom prst="straightConnector1">
            <a:avLst/>
          </a:prstGeom>
          <a:ln w="9525">
            <a:solidFill>
              <a:srgbClr val="0A0A0A"/>
            </a:solidFill>
            <a:round/>
          </a:ln>
        </p:spPr>
      </p:cxnSp>
      <p:cxnSp>
        <p:nvCxnSpPr>
          <p:cNvPr id="124" name="Google Shape;269;p33"/>
          <p:cNvCxnSpPr/>
          <p:nvPr/>
        </p:nvCxnSpPr>
        <p:spPr>
          <a:xfrm flipV="1">
            <a:off x="711000" y="0"/>
            <a:ext cx="360" cy="4131360"/>
          </a:xfrm>
          <a:prstGeom prst="straightConnector1">
            <a:avLst/>
          </a:prstGeom>
          <a:ln w="9525">
            <a:solidFill>
              <a:srgbClr val="0A0A0A"/>
            </a:solidFill>
            <a:round/>
          </a:ln>
        </p:spPr>
      </p:cxn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713160" y="470520"/>
            <a:ext cx="7717320" cy="549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30" name="Google Shape;35;p5"/>
          <p:cNvSpPr/>
          <p:nvPr/>
        </p:nvSpPr>
        <p:spPr>
          <a:xfrm flipH="1">
            <a:off x="-720" y="0"/>
            <a:ext cx="283320" cy="514332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cxnSp>
        <p:nvCxnSpPr>
          <p:cNvPr id="131" name="Google Shape;36;p5"/>
          <p:cNvCxnSpPr/>
          <p:nvPr/>
        </p:nvCxnSpPr>
        <p:spPr>
          <a:xfrm flipV="1">
            <a:off x="8864640" y="0"/>
            <a:ext cx="360" cy="4131360"/>
          </a:xfrm>
          <a:prstGeom prst="straightConnector1">
            <a:avLst/>
          </a:prstGeom>
          <a:ln w="9525">
            <a:solidFill>
              <a:srgbClr val="0A0A0A"/>
            </a:solidFill>
            <a:round/>
          </a:ln>
        </p:spPr>
      </p:cxn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56" name="PlaceHolder 2"/>
          <p:cNvSpPr>
            <a:spLocks noGrp="1"/>
          </p:cNvSpPr>
          <p:nvPr>
            <p:ph type="title"/>
          </p:nvPr>
        </p:nvSpPr>
        <p:spPr>
          <a:xfrm>
            <a:off x="713160" y="3947040"/>
            <a:ext cx="7717320" cy="66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723600" y="511200"/>
            <a:ext cx="769680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2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716760" y="510840"/>
            <a:ext cx="771012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3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4" r:id="rId1"/>
    <p:sldLayoutId id="214748368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7" r:id="rId1"/>
    <p:sldLayoutId id="2147483688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233202" y="1019160"/>
            <a:ext cx="7849111" cy="2219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 noProof="0" dirty="0">
                <a:solidFill>
                  <a:schemeClr val="dk1"/>
                </a:solidFill>
                <a:effectLst/>
                <a:uFillTx/>
                <a:latin typeface="Golos Text"/>
                <a:ea typeface="Golos Text"/>
              </a:rPr>
              <a:t>Operational Coordination Platform</a:t>
            </a:r>
            <a:endParaRPr lang="en-US" sz="3600" b="0" u="none" strike="noStrike" noProof="0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 type="subTitle"/>
          </p:nvPr>
        </p:nvSpPr>
        <p:spPr>
          <a:xfrm>
            <a:off x="342957" y="3238200"/>
            <a:ext cx="5600520" cy="723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1500" b="0" u="none" strike="noStrike" noProof="0" dirty="0">
                <a:solidFill>
                  <a:schemeClr val="dk1"/>
                </a:solidFill>
                <a:effectLst/>
                <a:uFillTx/>
                <a:latin typeface="Commissioner"/>
                <a:ea typeface="Commissioner"/>
              </a:rPr>
              <a:t>Requirements Overview – Team 1</a:t>
            </a:r>
            <a:endParaRPr lang="en-US" sz="1500" b="0" u="none" strike="noStrike" noProof="0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4086360" y="542880"/>
            <a:ext cx="4219200" cy="1199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 noProof="0" dirty="0">
                <a:solidFill>
                  <a:schemeClr val="dk1"/>
                </a:solidFill>
                <a:effectLst/>
                <a:uFillTx/>
                <a:latin typeface="Golos Text"/>
                <a:ea typeface="Golos Text"/>
              </a:rPr>
              <a:t>Current Coordination Challenges</a:t>
            </a:r>
            <a:endParaRPr lang="en-US" sz="3600" b="0" u="none" strike="noStrike" noProof="0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7" name="PlaceHolder 2"/>
          <p:cNvSpPr>
            <a:spLocks noGrp="1"/>
          </p:cNvSpPr>
          <p:nvPr>
            <p:ph type="subTitle"/>
          </p:nvPr>
        </p:nvSpPr>
        <p:spPr>
          <a:xfrm>
            <a:off x="4086360" y="2010060"/>
            <a:ext cx="4219200" cy="2590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2500" lnSpcReduction="9999"/>
          </a:bodyPr>
          <a:lstStyle/>
          <a:p>
            <a:pPr marL="285750" indent="-285750" algn="r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500" b="0" u="none" strike="noStrike" noProof="0" dirty="0">
                <a:solidFill>
                  <a:srgbClr val="000000"/>
                </a:solidFill>
                <a:effectLst/>
                <a:uFillTx/>
                <a:latin typeface="OpenSymbol"/>
              </a:rPr>
              <a:t>No formal and centralized method</a:t>
            </a:r>
          </a:p>
          <a:p>
            <a:pPr marL="285750" indent="-285750" algn="r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1500" b="0" u="none" strike="noStrike" noProof="0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marL="285750" indent="-285750" algn="r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500" b="0" u="none" strike="noStrike" noProof="0" dirty="0">
                <a:solidFill>
                  <a:srgbClr val="000000"/>
                </a:solidFill>
                <a:effectLst/>
                <a:uFillTx/>
                <a:latin typeface="OpenSymbol"/>
              </a:rPr>
              <a:t>Breakdown as team grew</a:t>
            </a:r>
          </a:p>
          <a:p>
            <a:pPr marL="285750" indent="-285750" algn="r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1500" noProof="0" dirty="0">
              <a:solidFill>
                <a:srgbClr val="000000"/>
              </a:solidFill>
              <a:latin typeface="OpenSymbol"/>
            </a:endParaRPr>
          </a:p>
          <a:p>
            <a:pPr marL="285750" indent="-285750" algn="r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500" b="0" u="none" strike="noStrike" noProof="0" dirty="0">
                <a:solidFill>
                  <a:srgbClr val="000000"/>
                </a:solidFill>
                <a:effectLst/>
                <a:uFillTx/>
                <a:latin typeface="OpenSymbol"/>
              </a:rPr>
              <a:t>Missed deadlines</a:t>
            </a:r>
          </a:p>
        </p:txBody>
      </p:sp>
      <p:pic>
        <p:nvPicPr>
          <p:cNvPr id="168" name="Google Shape;329;p4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61" r="21561"/>
          <a:stretch/>
        </p:blipFill>
        <p:spPr>
          <a:xfrm>
            <a:off x="592200" y="544320"/>
            <a:ext cx="3311640" cy="38836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/>
          </p:nvPr>
        </p:nvSpPr>
        <p:spPr>
          <a:xfrm>
            <a:off x="1695600" y="1762200"/>
            <a:ext cx="5762160" cy="2856692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400050" indent="-171450">
              <a:lnSpc>
                <a:spcPct val="150000"/>
              </a:lnSpc>
              <a:tabLst>
                <a:tab pos="0" algn="l"/>
              </a:tabLst>
            </a:pPr>
            <a:r>
              <a:rPr lang="en-US" sz="1800" b="0" u="none" strike="noStrike" noProof="0" dirty="0">
                <a:solidFill>
                  <a:srgbClr val="000000"/>
                </a:solidFill>
                <a:effectLst/>
                <a:uFillTx/>
                <a:latin typeface="Commissioner"/>
              </a:rPr>
              <a:t>Event Visibility &amp; Categorization</a:t>
            </a:r>
          </a:p>
          <a:p>
            <a:pPr marL="400050" indent="-171450">
              <a:lnSpc>
                <a:spcPct val="150000"/>
              </a:lnSpc>
              <a:tabLst>
                <a:tab pos="0" algn="l"/>
              </a:tabLst>
            </a:pPr>
            <a:r>
              <a:rPr lang="en-US" sz="1800" noProof="0" dirty="0">
                <a:solidFill>
                  <a:srgbClr val="000000"/>
                </a:solidFill>
                <a:latin typeface="Commissioner"/>
              </a:rPr>
              <a:t>Ownership Clarity</a:t>
            </a:r>
          </a:p>
          <a:p>
            <a:pPr marL="400050" indent="-171450">
              <a:lnSpc>
                <a:spcPct val="150000"/>
              </a:lnSpc>
              <a:tabLst>
                <a:tab pos="0" algn="l"/>
              </a:tabLst>
            </a:pPr>
            <a:r>
              <a:rPr lang="en-US" sz="1800" b="0" u="none" strike="noStrike" noProof="0" dirty="0">
                <a:solidFill>
                  <a:srgbClr val="000000"/>
                </a:solidFill>
                <a:effectLst/>
                <a:uFillTx/>
                <a:latin typeface="Commissioner"/>
              </a:rPr>
              <a:t>Event Preparation Tasks and Deadlines</a:t>
            </a:r>
          </a:p>
          <a:p>
            <a:pPr marL="400050" indent="-171450">
              <a:lnSpc>
                <a:spcPct val="150000"/>
              </a:lnSpc>
              <a:tabLst>
                <a:tab pos="0" algn="l"/>
              </a:tabLst>
            </a:pPr>
            <a:r>
              <a:rPr lang="en-US" sz="1800" b="0" u="none" strike="noStrike" noProof="0" dirty="0">
                <a:solidFill>
                  <a:srgbClr val="000000"/>
                </a:solidFill>
                <a:effectLst/>
                <a:uFillTx/>
                <a:latin typeface="Commissioner"/>
              </a:rPr>
              <a:t>Event Reminders and Warnings</a:t>
            </a:r>
          </a:p>
          <a:p>
            <a:pPr marL="400050" indent="-171450"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 noProof="0" dirty="0">
              <a:solidFill>
                <a:srgbClr val="000000"/>
              </a:solidFill>
              <a:effectLst/>
              <a:uFillTx/>
              <a:latin typeface="Commissioner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 type="title"/>
          </p:nvPr>
        </p:nvSpPr>
        <p:spPr>
          <a:xfrm>
            <a:off x="2335463" y="524608"/>
            <a:ext cx="4472354" cy="552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100" b="0" u="none" strike="noStrike" noProof="0" dirty="0">
                <a:solidFill>
                  <a:schemeClr val="dk1"/>
                </a:solidFill>
                <a:effectLst/>
                <a:uFillTx/>
                <a:latin typeface="Golos Text"/>
                <a:ea typeface="Golos Text"/>
              </a:rPr>
              <a:t>Functional Requirements</a:t>
            </a:r>
            <a:endParaRPr lang="en-US" sz="3100" b="0" u="none" strike="noStrike" noProof="0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9C9614-E3C3-9BBD-779D-28B531F9F99B}"/>
              </a:ext>
            </a:extLst>
          </p:cNvPr>
          <p:cNvSpPr txBox="1"/>
          <p:nvPr/>
        </p:nvSpPr>
        <p:spPr>
          <a:xfrm>
            <a:off x="3671894" y="1082722"/>
            <a:ext cx="17994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noProof="0" dirty="0">
                <a:latin typeface="Commissioner"/>
              </a:rPr>
              <a:t>What will the tool do?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Rectangle 170"/>
          <p:cNvSpPr/>
          <p:nvPr/>
        </p:nvSpPr>
        <p:spPr>
          <a:xfrm>
            <a:off x="2081413" y="476460"/>
            <a:ext cx="4980813" cy="59620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100" b="0" u="none" strike="noStrike" noProof="0" dirty="0">
                <a:solidFill>
                  <a:schemeClr val="dk1"/>
                </a:solidFill>
                <a:effectLst/>
                <a:uFillTx/>
                <a:latin typeface="Golos Text"/>
              </a:rPr>
              <a:t>Non-Functional Requirements</a:t>
            </a:r>
            <a:endParaRPr lang="en-US" sz="3100" b="0" u="none" strike="noStrike" noProof="0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2" name="Rectangle 171"/>
          <p:cNvSpPr/>
          <p:nvPr/>
        </p:nvSpPr>
        <p:spPr>
          <a:xfrm>
            <a:off x="2081413" y="1905120"/>
            <a:ext cx="4980814" cy="264343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marL="514350" indent="-285750">
              <a:lnSpc>
                <a:spcPct val="2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dirty="0">
                <a:solidFill>
                  <a:srgbClr val="000000"/>
                </a:solidFill>
                <a:latin typeface="Commissioner"/>
              </a:rPr>
              <a:t>Usability and Learnability</a:t>
            </a:r>
          </a:p>
          <a:p>
            <a:pPr marL="514350" indent="-285750">
              <a:lnSpc>
                <a:spcPct val="2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dirty="0">
                <a:solidFill>
                  <a:srgbClr val="000000"/>
                </a:solidFill>
                <a:latin typeface="Commissioner"/>
              </a:rPr>
              <a:t>Visibility</a:t>
            </a:r>
          </a:p>
          <a:p>
            <a:pPr marL="514350" indent="-285750">
              <a:lnSpc>
                <a:spcPct val="2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dirty="0">
                <a:solidFill>
                  <a:srgbClr val="000000"/>
                </a:solidFill>
                <a:latin typeface="Commissioner"/>
              </a:rPr>
              <a:t>Accessibility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5A00D9-FD35-A2D0-ED04-205CE9975134}"/>
              </a:ext>
            </a:extLst>
          </p:cNvPr>
          <p:cNvSpPr txBox="1"/>
          <p:nvPr/>
        </p:nvSpPr>
        <p:spPr>
          <a:xfrm>
            <a:off x="3025747" y="1072662"/>
            <a:ext cx="30921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mmissioner"/>
              </a:rPr>
              <a:t>How should the tool behave in practice?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3344067" y="716903"/>
            <a:ext cx="2259563" cy="799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100" b="0" u="none" strike="noStrike" noProof="0" dirty="0">
                <a:solidFill>
                  <a:schemeClr val="dk1"/>
                </a:solidFill>
                <a:effectLst/>
                <a:uFillTx/>
                <a:latin typeface="Golos Text"/>
                <a:ea typeface="Golos Text"/>
              </a:rPr>
              <a:t>Prioritization</a:t>
            </a:r>
            <a:endParaRPr lang="en-US" sz="3100" b="0" u="none" strike="noStrike" noProof="0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 type="subTitle"/>
          </p:nvPr>
        </p:nvSpPr>
        <p:spPr>
          <a:xfrm>
            <a:off x="3242939" y="2050163"/>
            <a:ext cx="2461817" cy="228264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b="0" u="none" strike="noStrike" noProof="0" dirty="0">
                <a:solidFill>
                  <a:schemeClr val="dk1"/>
                </a:solidFill>
                <a:effectLst/>
                <a:uFillTx/>
                <a:latin typeface="Commissioner"/>
              </a:rPr>
              <a:t>Fixing challenges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b="0" u="none" strike="noStrike" noProof="0" dirty="0">
                <a:solidFill>
                  <a:srgbClr val="000000"/>
                </a:solidFill>
                <a:effectLst/>
                <a:uFillTx/>
                <a:latin typeface="Commissioner"/>
              </a:rPr>
              <a:t>Must-have features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dirty="0">
                <a:solidFill>
                  <a:srgbClr val="000000"/>
                </a:solidFill>
                <a:latin typeface="Commissioner"/>
              </a:rPr>
              <a:t>Should-have features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1200" b="0" u="none" strike="noStrike" noProof="0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/>
          </p:nvPr>
        </p:nvSpPr>
        <p:spPr>
          <a:xfrm>
            <a:off x="3133440" y="1768061"/>
            <a:ext cx="2876400" cy="2095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00050" indent="-171450">
              <a:lnSpc>
                <a:spcPct val="150000"/>
              </a:lnSpc>
              <a:tabLst>
                <a:tab pos="0" algn="l"/>
              </a:tabLst>
            </a:pPr>
            <a:r>
              <a:rPr lang="en-US" sz="1800" b="0" u="none" strike="noStrike" noProof="0" dirty="0">
                <a:solidFill>
                  <a:schemeClr val="dk1"/>
                </a:solidFill>
                <a:effectLst/>
                <a:uFillTx/>
                <a:latin typeface="Commissioner"/>
                <a:ea typeface="Commissioner"/>
              </a:rPr>
              <a:t>Effectiveness</a:t>
            </a:r>
          </a:p>
          <a:p>
            <a:pPr marL="400050" indent="-171450">
              <a:lnSpc>
                <a:spcPct val="150000"/>
              </a:lnSpc>
              <a:tabLst>
                <a:tab pos="0" algn="l"/>
              </a:tabLst>
            </a:pPr>
            <a:r>
              <a:rPr lang="en-US" sz="1800" dirty="0">
                <a:solidFill>
                  <a:schemeClr val="dk1"/>
                </a:solidFill>
                <a:latin typeface="Commissioner"/>
              </a:rPr>
              <a:t>Improved Visibility</a:t>
            </a:r>
          </a:p>
          <a:p>
            <a:pPr marL="400050" indent="-171450">
              <a:lnSpc>
                <a:spcPct val="150000"/>
              </a:lnSpc>
              <a:tabLst>
                <a:tab pos="0" algn="l"/>
              </a:tabLst>
            </a:pPr>
            <a:r>
              <a:rPr lang="en-US" sz="1800" b="0" u="none" strike="noStrike" noProof="0" dirty="0">
                <a:solidFill>
                  <a:schemeClr val="dk1"/>
                </a:solidFill>
                <a:effectLst/>
                <a:uFillTx/>
                <a:latin typeface="Commissioner"/>
              </a:rPr>
              <a:t>Usability and Adoption</a:t>
            </a:r>
          </a:p>
          <a:p>
            <a:pPr marL="400050" indent="-171450">
              <a:lnSpc>
                <a:spcPct val="150000"/>
              </a:lnSpc>
              <a:tabLst>
                <a:tab pos="0" algn="l"/>
              </a:tabLst>
            </a:pPr>
            <a:r>
              <a:rPr lang="en-US" sz="1800" dirty="0">
                <a:solidFill>
                  <a:schemeClr val="dk1"/>
                </a:solidFill>
                <a:latin typeface="Commissioner"/>
              </a:rPr>
              <a:t>Risk Reduction</a:t>
            </a:r>
            <a:endParaRPr lang="en-US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 type="title"/>
          </p:nvPr>
        </p:nvSpPr>
        <p:spPr>
          <a:xfrm>
            <a:off x="714240" y="466560"/>
            <a:ext cx="7714800" cy="552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100" b="0" u="none" strike="noStrike" noProof="0" dirty="0">
                <a:solidFill>
                  <a:schemeClr val="dk1"/>
                </a:solidFill>
                <a:effectLst/>
                <a:uFillTx/>
                <a:latin typeface="Golos Text"/>
                <a:ea typeface="Golos Text"/>
              </a:rPr>
              <a:t>Success Criteria</a:t>
            </a:r>
            <a:endParaRPr lang="en-US" sz="3100" b="0" u="none" strike="noStrike" noProof="0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4086360" y="542880"/>
            <a:ext cx="4219200" cy="1199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500" b="0" u="none" strike="noStrike" noProof="0" dirty="0">
                <a:solidFill>
                  <a:schemeClr val="dk1"/>
                </a:solidFill>
                <a:effectLst/>
                <a:uFillTx/>
                <a:latin typeface="Golos Text"/>
                <a:ea typeface="Golos Text"/>
              </a:rPr>
              <a:t>Conclusions</a:t>
            </a:r>
            <a:endParaRPr lang="en-US" sz="4500" b="0" u="none" strike="noStrike" noProof="0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 type="subTitle"/>
          </p:nvPr>
        </p:nvSpPr>
        <p:spPr>
          <a:xfrm>
            <a:off x="4086360" y="1752480"/>
            <a:ext cx="4219200" cy="2590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285750" indent="-285750" algn="r">
              <a:lnSpc>
                <a:spcPct val="2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b="0" u="none" strike="noStrike" noProof="0" dirty="0">
                <a:solidFill>
                  <a:schemeClr val="dk1"/>
                </a:solidFill>
                <a:effectLst/>
                <a:uFillTx/>
                <a:latin typeface="Commissioner"/>
                <a:ea typeface="Commissioner"/>
              </a:rPr>
              <a:t>Addressing coordination problems</a:t>
            </a:r>
          </a:p>
          <a:p>
            <a:pPr marL="285750" indent="-285750" algn="r">
              <a:lnSpc>
                <a:spcPct val="2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dirty="0">
                <a:solidFill>
                  <a:schemeClr val="dk1"/>
                </a:solidFill>
                <a:latin typeface="Commissioner"/>
              </a:rPr>
              <a:t>Focus on impact</a:t>
            </a:r>
          </a:p>
          <a:p>
            <a:pPr marL="285750" indent="-285750" algn="r">
              <a:lnSpc>
                <a:spcPct val="2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b="0" u="none" strike="noStrike" noProof="0" dirty="0">
                <a:solidFill>
                  <a:srgbClr val="000000"/>
                </a:solidFill>
                <a:effectLst/>
                <a:uFillTx/>
                <a:latin typeface="Commissioner"/>
              </a:rPr>
              <a:t>Ease of use =  better adoption</a:t>
            </a:r>
          </a:p>
        </p:txBody>
      </p:sp>
      <p:pic>
        <p:nvPicPr>
          <p:cNvPr id="181" name="Google Shape;329;p4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61" r="21561"/>
          <a:stretch/>
        </p:blipFill>
        <p:spPr>
          <a:xfrm>
            <a:off x="592200" y="544320"/>
            <a:ext cx="3311640" cy="38836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Formulating a Research Problem for University Students by Slidesgo">
  <a:themeElements>
    <a:clrScheme name="Simple Light">
      <a:dk1>
        <a:srgbClr val="0A0A0A"/>
      </a:dk1>
      <a:lt1>
        <a:srgbClr val="F9F9F9"/>
      </a:lt1>
      <a:dk2>
        <a:srgbClr val="DDDDDD"/>
      </a:dk2>
      <a:lt2>
        <a:srgbClr val="B3B4B3"/>
      </a:lt2>
      <a:accent1>
        <a:srgbClr val="878887"/>
      </a:accent1>
      <a:accent2>
        <a:srgbClr val="5F6160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A0A0A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Formulating a Research Problem for University Students by Slidesgo">
  <a:themeElements>
    <a:clrScheme name="Simple Light">
      <a:dk1>
        <a:srgbClr val="0A0A0A"/>
      </a:dk1>
      <a:lt1>
        <a:srgbClr val="F9F9F9"/>
      </a:lt1>
      <a:dk2>
        <a:srgbClr val="DDDDDD"/>
      </a:dk2>
      <a:lt2>
        <a:srgbClr val="B3B4B3"/>
      </a:lt2>
      <a:accent1>
        <a:srgbClr val="878887"/>
      </a:accent1>
      <a:accent2>
        <a:srgbClr val="5F6160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A0A0A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</TotalTime>
  <Words>90</Words>
  <Application>Microsoft Office PowerPoint</Application>
  <PresentationFormat>On-screen Show (16:9)</PresentationFormat>
  <Paragraphs>32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7</vt:i4>
      </vt:variant>
    </vt:vector>
  </HeadingPairs>
  <TitlesOfParts>
    <vt:vector size="17" baseType="lpstr">
      <vt:lpstr>Arial</vt:lpstr>
      <vt:lpstr>Commissioner</vt:lpstr>
      <vt:lpstr>Golos Text</vt:lpstr>
      <vt:lpstr>OpenSymbol</vt:lpstr>
      <vt:lpstr>Symbol</vt:lpstr>
      <vt:lpstr>Wingdings</vt:lpstr>
      <vt:lpstr>Formulating a Research Problem for University Students by Slidesgo</vt:lpstr>
      <vt:lpstr>Formulating a Research Problem for University Students by Slidesgo</vt:lpstr>
      <vt:lpstr>Slidesgo Final Pages</vt:lpstr>
      <vt:lpstr>Slidesgo Final Pages</vt:lpstr>
      <vt:lpstr>Operational Coordination Platform</vt:lpstr>
      <vt:lpstr>Current Coordination Challenges</vt:lpstr>
      <vt:lpstr>Functional Requirements</vt:lpstr>
      <vt:lpstr>PowerPoint Presentation</vt:lpstr>
      <vt:lpstr>Prioritization</vt:lpstr>
      <vt:lpstr>Success Criteria</vt:lpstr>
      <vt:lpstr>Conclusions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Adam Hutcheson</cp:lastModifiedBy>
  <cp:revision>1</cp:revision>
  <dcterms:modified xsi:type="dcterms:W3CDTF">2026-02-19T20:38:49Z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2026-02-19T19:45:54Z</dcterms:created>
  <dc:creator>Unknown Creator</dc:creator>
  <dc:description/>
  <dc:language>en-US</dc:language>
  <cp:lastModifiedBy>Unknown Creator</cp:lastModifiedBy>
  <dcterms:modified xsi:type="dcterms:W3CDTF">2026-02-19T19:45:54Z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11</vt:r8>
  </property>
</Properties>
</file>