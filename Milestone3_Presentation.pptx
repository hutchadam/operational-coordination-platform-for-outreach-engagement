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0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9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644" autoAdjust="0"/>
  </p:normalViewPr>
  <p:slideViewPr>
    <p:cSldViewPr snapToGrid="0">
      <p:cViewPr varScale="1">
        <p:scale>
          <a:sx n="96" d="100"/>
          <a:sy n="96" d="100"/>
        </p:scale>
        <p:origin x="2624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DB16C4-8938-48A4-B204-4BAC848A2BE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7B357198-42A8-4A77-BDA8-BA0694DA20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Team 1 Members: Adam, Samuel, Tyler, Masoud</a:t>
          </a:r>
        </a:p>
      </dgm:t>
    </dgm:pt>
    <dgm:pt modelId="{DCF7ACB3-AD01-41B7-9D42-B1003889500B}" type="parTrans" cxnId="{FEF55E64-0EDE-412A-949B-905DDBBC9AFD}">
      <dgm:prSet/>
      <dgm:spPr/>
      <dgm:t>
        <a:bodyPr/>
        <a:lstStyle/>
        <a:p>
          <a:endParaRPr lang="en-US"/>
        </a:p>
      </dgm:t>
    </dgm:pt>
    <dgm:pt modelId="{5294C170-CEB4-42A9-AFEC-7780EA5E86A0}" type="sibTrans" cxnId="{FEF55E64-0EDE-412A-949B-905DDBBC9AF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2642A7-0EED-4943-8D78-B4509F2656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Course: IT 4983</a:t>
          </a:r>
        </a:p>
      </dgm:t>
    </dgm:pt>
    <dgm:pt modelId="{627A2A76-C763-438F-AA88-868AB164F9DB}" type="parTrans" cxnId="{20A7F9AA-3F9F-4B58-9BA2-382B9E862ABB}">
      <dgm:prSet/>
      <dgm:spPr/>
      <dgm:t>
        <a:bodyPr/>
        <a:lstStyle/>
        <a:p>
          <a:endParaRPr lang="en-US"/>
        </a:p>
      </dgm:t>
    </dgm:pt>
    <dgm:pt modelId="{78657AA0-5D96-43E0-9A9A-50E85EC57BD1}" type="sibTrans" cxnId="{20A7F9AA-3F9F-4B58-9BA2-382B9E862A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3BF113-10D2-40D1-B4E0-6D3BD51934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Date: 04/23/2026</a:t>
          </a:r>
        </a:p>
      </dgm:t>
    </dgm:pt>
    <dgm:pt modelId="{4214F68D-0E3F-4024-9245-9A7EC7A2807B}" type="parTrans" cxnId="{23CC4215-B874-4C65-B3E1-75CAA790E124}">
      <dgm:prSet/>
      <dgm:spPr/>
      <dgm:t>
        <a:bodyPr/>
        <a:lstStyle/>
        <a:p>
          <a:endParaRPr lang="en-US"/>
        </a:p>
      </dgm:t>
    </dgm:pt>
    <dgm:pt modelId="{CD84094B-BF2E-4765-AF81-008A8E729517}" type="sibTrans" cxnId="{23CC4215-B874-4C65-B3E1-75CAA790E124}">
      <dgm:prSet/>
      <dgm:spPr/>
      <dgm:t>
        <a:bodyPr/>
        <a:lstStyle/>
        <a:p>
          <a:endParaRPr lang="en-US"/>
        </a:p>
      </dgm:t>
    </dgm:pt>
    <dgm:pt modelId="{DCCB94E7-6CD6-4F8F-822D-924A3999F838}" type="pres">
      <dgm:prSet presAssocID="{3FDB16C4-8938-48A4-B204-4BAC848A2BE5}" presName="root" presStyleCnt="0">
        <dgm:presLayoutVars>
          <dgm:dir/>
          <dgm:resizeHandles val="exact"/>
        </dgm:presLayoutVars>
      </dgm:prSet>
      <dgm:spPr/>
    </dgm:pt>
    <dgm:pt modelId="{853D8EC3-5371-470D-B99B-F714E8928B0D}" type="pres">
      <dgm:prSet presAssocID="{3FDB16C4-8938-48A4-B204-4BAC848A2BE5}" presName="container" presStyleCnt="0">
        <dgm:presLayoutVars>
          <dgm:dir/>
          <dgm:resizeHandles val="exact"/>
        </dgm:presLayoutVars>
      </dgm:prSet>
      <dgm:spPr/>
    </dgm:pt>
    <dgm:pt modelId="{2A4B1003-0986-4069-9C9C-382649F37925}" type="pres">
      <dgm:prSet presAssocID="{7B357198-42A8-4A77-BDA8-BA0694DA2039}" presName="compNode" presStyleCnt="0"/>
      <dgm:spPr/>
    </dgm:pt>
    <dgm:pt modelId="{2FC33345-393A-46F1-9C83-516AD571C51E}" type="pres">
      <dgm:prSet presAssocID="{7B357198-42A8-4A77-BDA8-BA0694DA2039}" presName="iconBgRect" presStyleLbl="bgShp" presStyleIdx="0" presStyleCnt="3"/>
      <dgm:spPr/>
    </dgm:pt>
    <dgm:pt modelId="{AB8F3008-E34D-450D-8F40-722CCC285E9D}" type="pres">
      <dgm:prSet presAssocID="{7B357198-42A8-4A77-BDA8-BA0694DA203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D4BD4377-06C9-4727-A8F8-2B7CE320D099}" type="pres">
      <dgm:prSet presAssocID="{7B357198-42A8-4A77-BDA8-BA0694DA2039}" presName="spaceRect" presStyleCnt="0"/>
      <dgm:spPr/>
    </dgm:pt>
    <dgm:pt modelId="{74FF6DD2-42EA-41ED-9386-95886C608809}" type="pres">
      <dgm:prSet presAssocID="{7B357198-42A8-4A77-BDA8-BA0694DA2039}" presName="textRect" presStyleLbl="revTx" presStyleIdx="0" presStyleCnt="3">
        <dgm:presLayoutVars>
          <dgm:chMax val="1"/>
          <dgm:chPref val="1"/>
        </dgm:presLayoutVars>
      </dgm:prSet>
      <dgm:spPr/>
    </dgm:pt>
    <dgm:pt modelId="{DAB89BCC-BC9E-4796-B43F-2FCE2849807C}" type="pres">
      <dgm:prSet presAssocID="{5294C170-CEB4-42A9-AFEC-7780EA5E86A0}" presName="sibTrans" presStyleLbl="sibTrans2D1" presStyleIdx="0" presStyleCnt="0"/>
      <dgm:spPr/>
    </dgm:pt>
    <dgm:pt modelId="{63101732-5270-4B6B-B3CD-C3AA01CAF727}" type="pres">
      <dgm:prSet presAssocID="{542642A7-0EED-4943-8D78-B4509F2656A0}" presName="compNode" presStyleCnt="0"/>
      <dgm:spPr/>
    </dgm:pt>
    <dgm:pt modelId="{0F295DD0-8A04-4E8D-8616-B117BDD26ABB}" type="pres">
      <dgm:prSet presAssocID="{542642A7-0EED-4943-8D78-B4509F2656A0}" presName="iconBgRect" presStyleLbl="bgShp" presStyleIdx="1" presStyleCnt="3"/>
      <dgm:spPr/>
    </dgm:pt>
    <dgm:pt modelId="{63FB2730-366D-4DBC-A153-17480364EA04}" type="pres">
      <dgm:prSet presAssocID="{542642A7-0EED-4943-8D78-B4509F2656A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361EEFA-2BD5-463E-9355-A600583DB979}" type="pres">
      <dgm:prSet presAssocID="{542642A7-0EED-4943-8D78-B4509F2656A0}" presName="spaceRect" presStyleCnt="0"/>
      <dgm:spPr/>
    </dgm:pt>
    <dgm:pt modelId="{ADD48AB1-A69C-433A-936D-F88DFEA71AB6}" type="pres">
      <dgm:prSet presAssocID="{542642A7-0EED-4943-8D78-B4509F2656A0}" presName="textRect" presStyleLbl="revTx" presStyleIdx="1" presStyleCnt="3">
        <dgm:presLayoutVars>
          <dgm:chMax val="1"/>
          <dgm:chPref val="1"/>
        </dgm:presLayoutVars>
      </dgm:prSet>
      <dgm:spPr/>
    </dgm:pt>
    <dgm:pt modelId="{9041C4AF-40B3-4684-ABD7-9CC62419CBF3}" type="pres">
      <dgm:prSet presAssocID="{78657AA0-5D96-43E0-9A9A-50E85EC57BD1}" presName="sibTrans" presStyleLbl="sibTrans2D1" presStyleIdx="0" presStyleCnt="0"/>
      <dgm:spPr/>
    </dgm:pt>
    <dgm:pt modelId="{519B2D39-2670-426C-8B5F-F6CBC1114098}" type="pres">
      <dgm:prSet presAssocID="{AE3BF113-10D2-40D1-B4E0-6D3BD5193479}" presName="compNode" presStyleCnt="0"/>
      <dgm:spPr/>
    </dgm:pt>
    <dgm:pt modelId="{EF3F6273-F318-45C4-ADA9-D7C327BF9ADE}" type="pres">
      <dgm:prSet presAssocID="{AE3BF113-10D2-40D1-B4E0-6D3BD5193479}" presName="iconBgRect" presStyleLbl="bgShp" presStyleIdx="2" presStyleCnt="3"/>
      <dgm:spPr/>
    </dgm:pt>
    <dgm:pt modelId="{E5BE18E3-B4BE-4AE8-BB32-3C16574EEFC1}" type="pres">
      <dgm:prSet presAssocID="{AE3BF113-10D2-40D1-B4E0-6D3BD51934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26ADBB6A-8941-4EF0-A854-0E7290488272}" type="pres">
      <dgm:prSet presAssocID="{AE3BF113-10D2-40D1-B4E0-6D3BD5193479}" presName="spaceRect" presStyleCnt="0"/>
      <dgm:spPr/>
    </dgm:pt>
    <dgm:pt modelId="{B98C40D8-83B4-4CDB-A964-55832BC31292}" type="pres">
      <dgm:prSet presAssocID="{AE3BF113-10D2-40D1-B4E0-6D3BD51934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3CC4215-B874-4C65-B3E1-75CAA790E124}" srcId="{3FDB16C4-8938-48A4-B204-4BAC848A2BE5}" destId="{AE3BF113-10D2-40D1-B4E0-6D3BD5193479}" srcOrd="2" destOrd="0" parTransId="{4214F68D-0E3F-4024-9245-9A7EC7A2807B}" sibTransId="{CD84094B-BF2E-4765-AF81-008A8E729517}"/>
    <dgm:cxn modelId="{FEF55E64-0EDE-412A-949B-905DDBBC9AFD}" srcId="{3FDB16C4-8938-48A4-B204-4BAC848A2BE5}" destId="{7B357198-42A8-4A77-BDA8-BA0694DA2039}" srcOrd="0" destOrd="0" parTransId="{DCF7ACB3-AD01-41B7-9D42-B1003889500B}" sibTransId="{5294C170-CEB4-42A9-AFEC-7780EA5E86A0}"/>
    <dgm:cxn modelId="{26440C78-270F-43DE-BCF9-E1FDDB4F9620}" type="presOf" srcId="{AE3BF113-10D2-40D1-B4E0-6D3BD5193479}" destId="{B98C40D8-83B4-4CDB-A964-55832BC31292}" srcOrd="0" destOrd="0" presId="urn:microsoft.com/office/officeart/2018/2/layout/IconCircleList"/>
    <dgm:cxn modelId="{56F49291-4200-40F2-A790-92D822739860}" type="presOf" srcId="{542642A7-0EED-4943-8D78-B4509F2656A0}" destId="{ADD48AB1-A69C-433A-936D-F88DFEA71AB6}" srcOrd="0" destOrd="0" presId="urn:microsoft.com/office/officeart/2018/2/layout/IconCircleList"/>
    <dgm:cxn modelId="{31055CA3-CE01-401C-BF85-BE51B3C2A3AB}" type="presOf" srcId="{7B357198-42A8-4A77-BDA8-BA0694DA2039}" destId="{74FF6DD2-42EA-41ED-9386-95886C608809}" srcOrd="0" destOrd="0" presId="urn:microsoft.com/office/officeart/2018/2/layout/IconCircleList"/>
    <dgm:cxn modelId="{20A7F9AA-3F9F-4B58-9BA2-382B9E862ABB}" srcId="{3FDB16C4-8938-48A4-B204-4BAC848A2BE5}" destId="{542642A7-0EED-4943-8D78-B4509F2656A0}" srcOrd="1" destOrd="0" parTransId="{627A2A76-C763-438F-AA88-868AB164F9DB}" sibTransId="{78657AA0-5D96-43E0-9A9A-50E85EC57BD1}"/>
    <dgm:cxn modelId="{557708CE-D2CB-47A9-83B7-7119D6110318}" type="presOf" srcId="{5294C170-CEB4-42A9-AFEC-7780EA5E86A0}" destId="{DAB89BCC-BC9E-4796-B43F-2FCE2849807C}" srcOrd="0" destOrd="0" presId="urn:microsoft.com/office/officeart/2018/2/layout/IconCircleList"/>
    <dgm:cxn modelId="{496563D3-DA0F-4187-B2CA-2BDB0530D4A7}" type="presOf" srcId="{3FDB16C4-8938-48A4-B204-4BAC848A2BE5}" destId="{DCCB94E7-6CD6-4F8F-822D-924A3999F838}" srcOrd="0" destOrd="0" presId="urn:microsoft.com/office/officeart/2018/2/layout/IconCircleList"/>
    <dgm:cxn modelId="{3F31C4D7-FAB1-4080-B035-8EF05362A407}" type="presOf" srcId="{78657AA0-5D96-43E0-9A9A-50E85EC57BD1}" destId="{9041C4AF-40B3-4684-ABD7-9CC62419CBF3}" srcOrd="0" destOrd="0" presId="urn:microsoft.com/office/officeart/2018/2/layout/IconCircleList"/>
    <dgm:cxn modelId="{BDE81698-334F-4288-95F3-0C71C10F2837}" type="presParOf" srcId="{DCCB94E7-6CD6-4F8F-822D-924A3999F838}" destId="{853D8EC3-5371-470D-B99B-F714E8928B0D}" srcOrd="0" destOrd="0" presId="urn:microsoft.com/office/officeart/2018/2/layout/IconCircleList"/>
    <dgm:cxn modelId="{E75267FC-21DE-46BF-9026-3B4CDDA3BC63}" type="presParOf" srcId="{853D8EC3-5371-470D-B99B-F714E8928B0D}" destId="{2A4B1003-0986-4069-9C9C-382649F37925}" srcOrd="0" destOrd="0" presId="urn:microsoft.com/office/officeart/2018/2/layout/IconCircleList"/>
    <dgm:cxn modelId="{16AD5BB6-F49A-4E03-9C06-3C1041A87953}" type="presParOf" srcId="{2A4B1003-0986-4069-9C9C-382649F37925}" destId="{2FC33345-393A-46F1-9C83-516AD571C51E}" srcOrd="0" destOrd="0" presId="urn:microsoft.com/office/officeart/2018/2/layout/IconCircleList"/>
    <dgm:cxn modelId="{3AD0A2BF-BA0E-4D57-8AC0-B74ACDB35D86}" type="presParOf" srcId="{2A4B1003-0986-4069-9C9C-382649F37925}" destId="{AB8F3008-E34D-450D-8F40-722CCC285E9D}" srcOrd="1" destOrd="0" presId="urn:microsoft.com/office/officeart/2018/2/layout/IconCircleList"/>
    <dgm:cxn modelId="{9B46CEBC-7C71-4BD7-9BEC-76ECB96BBFA4}" type="presParOf" srcId="{2A4B1003-0986-4069-9C9C-382649F37925}" destId="{D4BD4377-06C9-4727-A8F8-2B7CE320D099}" srcOrd="2" destOrd="0" presId="urn:microsoft.com/office/officeart/2018/2/layout/IconCircleList"/>
    <dgm:cxn modelId="{49000BEA-F78A-4B69-8A0D-6A5F6BFA0133}" type="presParOf" srcId="{2A4B1003-0986-4069-9C9C-382649F37925}" destId="{74FF6DD2-42EA-41ED-9386-95886C608809}" srcOrd="3" destOrd="0" presId="urn:microsoft.com/office/officeart/2018/2/layout/IconCircleList"/>
    <dgm:cxn modelId="{1AC7CF33-F13C-438A-927A-6026542B97BE}" type="presParOf" srcId="{853D8EC3-5371-470D-B99B-F714E8928B0D}" destId="{DAB89BCC-BC9E-4796-B43F-2FCE2849807C}" srcOrd="1" destOrd="0" presId="urn:microsoft.com/office/officeart/2018/2/layout/IconCircleList"/>
    <dgm:cxn modelId="{24686A91-CC52-4A1A-ABE8-3BFCD0708AA1}" type="presParOf" srcId="{853D8EC3-5371-470D-B99B-F714E8928B0D}" destId="{63101732-5270-4B6B-B3CD-C3AA01CAF727}" srcOrd="2" destOrd="0" presId="urn:microsoft.com/office/officeart/2018/2/layout/IconCircleList"/>
    <dgm:cxn modelId="{7E3D0325-10D1-4609-AFCF-C3695C2DF5C0}" type="presParOf" srcId="{63101732-5270-4B6B-B3CD-C3AA01CAF727}" destId="{0F295DD0-8A04-4E8D-8616-B117BDD26ABB}" srcOrd="0" destOrd="0" presId="urn:microsoft.com/office/officeart/2018/2/layout/IconCircleList"/>
    <dgm:cxn modelId="{02D49BE8-0E54-493F-B524-0C67A9A40CFF}" type="presParOf" srcId="{63101732-5270-4B6B-B3CD-C3AA01CAF727}" destId="{63FB2730-366D-4DBC-A153-17480364EA04}" srcOrd="1" destOrd="0" presId="urn:microsoft.com/office/officeart/2018/2/layout/IconCircleList"/>
    <dgm:cxn modelId="{D2CE6D8D-E001-4AB0-8E87-66EC65B30CEB}" type="presParOf" srcId="{63101732-5270-4B6B-B3CD-C3AA01CAF727}" destId="{7361EEFA-2BD5-463E-9355-A600583DB979}" srcOrd="2" destOrd="0" presId="urn:microsoft.com/office/officeart/2018/2/layout/IconCircleList"/>
    <dgm:cxn modelId="{E131F9FB-5AB5-45D5-9E4E-6412FBC91BEF}" type="presParOf" srcId="{63101732-5270-4B6B-B3CD-C3AA01CAF727}" destId="{ADD48AB1-A69C-433A-936D-F88DFEA71AB6}" srcOrd="3" destOrd="0" presId="urn:microsoft.com/office/officeart/2018/2/layout/IconCircleList"/>
    <dgm:cxn modelId="{1D2C2840-BBB2-41EB-AA1C-4EFF36FFFC0A}" type="presParOf" srcId="{853D8EC3-5371-470D-B99B-F714E8928B0D}" destId="{9041C4AF-40B3-4684-ABD7-9CC62419CBF3}" srcOrd="3" destOrd="0" presId="urn:microsoft.com/office/officeart/2018/2/layout/IconCircleList"/>
    <dgm:cxn modelId="{E69037F0-45B3-469E-8600-6054EB2D65C7}" type="presParOf" srcId="{853D8EC3-5371-470D-B99B-F714E8928B0D}" destId="{519B2D39-2670-426C-8B5F-F6CBC1114098}" srcOrd="4" destOrd="0" presId="urn:microsoft.com/office/officeart/2018/2/layout/IconCircleList"/>
    <dgm:cxn modelId="{098C1BF3-046C-4A4F-8100-685AE658ACC7}" type="presParOf" srcId="{519B2D39-2670-426C-8B5F-F6CBC1114098}" destId="{EF3F6273-F318-45C4-ADA9-D7C327BF9ADE}" srcOrd="0" destOrd="0" presId="urn:microsoft.com/office/officeart/2018/2/layout/IconCircleList"/>
    <dgm:cxn modelId="{1373AAD9-F6D9-4719-8484-0A98332CD04B}" type="presParOf" srcId="{519B2D39-2670-426C-8B5F-F6CBC1114098}" destId="{E5BE18E3-B4BE-4AE8-BB32-3C16574EEFC1}" srcOrd="1" destOrd="0" presId="urn:microsoft.com/office/officeart/2018/2/layout/IconCircleList"/>
    <dgm:cxn modelId="{3C47C4C2-0272-4340-958F-75222CCE2F34}" type="presParOf" srcId="{519B2D39-2670-426C-8B5F-F6CBC1114098}" destId="{26ADBB6A-8941-4EF0-A854-0E7290488272}" srcOrd="2" destOrd="0" presId="urn:microsoft.com/office/officeart/2018/2/layout/IconCircleList"/>
    <dgm:cxn modelId="{73327E45-30C6-4D72-9689-A0D44A862560}" type="presParOf" srcId="{519B2D39-2670-426C-8B5F-F6CBC1114098}" destId="{B98C40D8-83B4-4CDB-A964-55832BC3129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1239F1-2A3B-4AC4-AF28-9A1D159093D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7A435D4-2AB0-49BD-A764-B9B7AD7B8C37}">
      <dgm:prSet/>
      <dgm:spPr/>
      <dgm:t>
        <a:bodyPr/>
        <a:lstStyle/>
        <a:p>
          <a:r>
            <a:rPr lang="en-US"/>
            <a:t>Improve coordination of outreach and engagement events</a:t>
          </a:r>
        </a:p>
      </dgm:t>
    </dgm:pt>
    <dgm:pt modelId="{AA3C993E-7D93-43DC-AF18-E3AC33BEDB97}" type="parTrans" cxnId="{1A118FCB-73AA-4925-BF40-564056D8C9B5}">
      <dgm:prSet/>
      <dgm:spPr/>
      <dgm:t>
        <a:bodyPr/>
        <a:lstStyle/>
        <a:p>
          <a:endParaRPr lang="en-US"/>
        </a:p>
      </dgm:t>
    </dgm:pt>
    <dgm:pt modelId="{19D270EC-C4E0-4F62-B682-9ADDE0B12B57}" type="sibTrans" cxnId="{1A118FCB-73AA-4925-BF40-564056D8C9B5}">
      <dgm:prSet/>
      <dgm:spPr/>
      <dgm:t>
        <a:bodyPr/>
        <a:lstStyle/>
        <a:p>
          <a:endParaRPr lang="en-US"/>
        </a:p>
      </dgm:t>
    </dgm:pt>
    <dgm:pt modelId="{E2169D0B-05AF-4815-BB6A-D55DFF94E01D}">
      <dgm:prSet/>
      <dgm:spPr/>
      <dgm:t>
        <a:bodyPr/>
        <a:lstStyle/>
        <a:p>
          <a:r>
            <a:rPr lang="en-US"/>
            <a:t>Current system lacks formal, centralized view</a:t>
          </a:r>
        </a:p>
      </dgm:t>
    </dgm:pt>
    <dgm:pt modelId="{754C7510-058F-44EE-AD82-4729841B755D}" type="parTrans" cxnId="{9CC3A7FA-F168-4AE1-9A9C-2277B37BC635}">
      <dgm:prSet/>
      <dgm:spPr/>
      <dgm:t>
        <a:bodyPr/>
        <a:lstStyle/>
        <a:p>
          <a:endParaRPr lang="en-US"/>
        </a:p>
      </dgm:t>
    </dgm:pt>
    <dgm:pt modelId="{A3A01599-B598-4E8A-817F-986CD55A8B87}" type="sibTrans" cxnId="{9CC3A7FA-F168-4AE1-9A9C-2277B37BC635}">
      <dgm:prSet/>
      <dgm:spPr/>
      <dgm:t>
        <a:bodyPr/>
        <a:lstStyle/>
        <a:p>
          <a:endParaRPr lang="en-US"/>
        </a:p>
      </dgm:t>
    </dgm:pt>
    <dgm:pt modelId="{14B0132D-7E22-41A6-8EF9-1E6093312C19}">
      <dgm:prSet/>
      <dgm:spPr/>
      <dgm:t>
        <a:bodyPr/>
        <a:lstStyle/>
        <a:p>
          <a:r>
            <a:rPr lang="en-US"/>
            <a:t>Lack of structure creates inefficiencies</a:t>
          </a:r>
        </a:p>
      </dgm:t>
    </dgm:pt>
    <dgm:pt modelId="{37A5410F-A6DD-4465-B188-1913A5D0593F}" type="parTrans" cxnId="{5774E2D4-BAF9-4F65-B3ED-3C3AE36F47F9}">
      <dgm:prSet/>
      <dgm:spPr/>
      <dgm:t>
        <a:bodyPr/>
        <a:lstStyle/>
        <a:p>
          <a:endParaRPr lang="en-US"/>
        </a:p>
      </dgm:t>
    </dgm:pt>
    <dgm:pt modelId="{6EEE753C-9EC6-4BA1-81A6-0FCA049D9E0B}" type="sibTrans" cxnId="{5774E2D4-BAF9-4F65-B3ED-3C3AE36F47F9}">
      <dgm:prSet/>
      <dgm:spPr/>
      <dgm:t>
        <a:bodyPr/>
        <a:lstStyle/>
        <a:p>
          <a:endParaRPr lang="en-US"/>
        </a:p>
      </dgm:t>
    </dgm:pt>
    <dgm:pt modelId="{1C236714-1037-484A-84A8-1C83FF57B8E0}">
      <dgm:prSet/>
      <dgm:spPr/>
      <dgm:t>
        <a:bodyPr/>
        <a:lstStyle/>
        <a:p>
          <a:r>
            <a:rPr lang="en-US"/>
            <a:t>Goal: centralized coordination platform</a:t>
          </a:r>
        </a:p>
      </dgm:t>
    </dgm:pt>
    <dgm:pt modelId="{D72AC75D-409B-477C-8EC6-3A8AD3DA5ABE}" type="parTrans" cxnId="{90893653-2FD5-4336-9983-61A11F7979FD}">
      <dgm:prSet/>
      <dgm:spPr/>
      <dgm:t>
        <a:bodyPr/>
        <a:lstStyle/>
        <a:p>
          <a:endParaRPr lang="en-US"/>
        </a:p>
      </dgm:t>
    </dgm:pt>
    <dgm:pt modelId="{A35D1214-0C6E-400C-BDF3-4B33AD01B389}" type="sibTrans" cxnId="{90893653-2FD5-4336-9983-61A11F7979FD}">
      <dgm:prSet/>
      <dgm:spPr/>
      <dgm:t>
        <a:bodyPr/>
        <a:lstStyle/>
        <a:p>
          <a:endParaRPr lang="en-US"/>
        </a:p>
      </dgm:t>
    </dgm:pt>
    <dgm:pt modelId="{F726940E-83C1-4534-A473-768197470969}" type="pres">
      <dgm:prSet presAssocID="{901239F1-2A3B-4AC4-AF28-9A1D159093DD}" presName="root" presStyleCnt="0">
        <dgm:presLayoutVars>
          <dgm:dir/>
          <dgm:resizeHandles val="exact"/>
        </dgm:presLayoutVars>
      </dgm:prSet>
      <dgm:spPr/>
    </dgm:pt>
    <dgm:pt modelId="{7BDC5D4F-F817-4814-ACF4-3690A6FE83A1}" type="pres">
      <dgm:prSet presAssocID="{27A435D4-2AB0-49BD-A764-B9B7AD7B8C37}" presName="compNode" presStyleCnt="0"/>
      <dgm:spPr/>
    </dgm:pt>
    <dgm:pt modelId="{93A02B0B-75ED-449F-8429-6D38468CB0D8}" type="pres">
      <dgm:prSet presAssocID="{27A435D4-2AB0-49BD-A764-B9B7AD7B8C3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B68FDCD-C161-47BF-94DC-D2F8498BC170}" type="pres">
      <dgm:prSet presAssocID="{27A435D4-2AB0-49BD-A764-B9B7AD7B8C37}" presName="spaceRect" presStyleCnt="0"/>
      <dgm:spPr/>
    </dgm:pt>
    <dgm:pt modelId="{0FED8B5E-1BFF-4045-9575-CF82CFF30B46}" type="pres">
      <dgm:prSet presAssocID="{27A435D4-2AB0-49BD-A764-B9B7AD7B8C37}" presName="textRect" presStyleLbl="revTx" presStyleIdx="0" presStyleCnt="4">
        <dgm:presLayoutVars>
          <dgm:chMax val="1"/>
          <dgm:chPref val="1"/>
        </dgm:presLayoutVars>
      </dgm:prSet>
      <dgm:spPr/>
    </dgm:pt>
    <dgm:pt modelId="{740BA724-A4AA-4FBE-8737-1293491F5754}" type="pres">
      <dgm:prSet presAssocID="{19D270EC-C4E0-4F62-B682-9ADDE0B12B57}" presName="sibTrans" presStyleCnt="0"/>
      <dgm:spPr/>
    </dgm:pt>
    <dgm:pt modelId="{0555FBA7-D05D-4DC3-A85D-D21D491DB488}" type="pres">
      <dgm:prSet presAssocID="{E2169D0B-05AF-4815-BB6A-D55DFF94E01D}" presName="compNode" presStyleCnt="0"/>
      <dgm:spPr/>
    </dgm:pt>
    <dgm:pt modelId="{9A8E316C-B9AB-4D9F-8304-4CE6A688AFA8}" type="pres">
      <dgm:prSet presAssocID="{E2169D0B-05AF-4815-BB6A-D55DFF94E01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B943F88-AC16-4833-AE15-5C5B004DC29C}" type="pres">
      <dgm:prSet presAssocID="{E2169D0B-05AF-4815-BB6A-D55DFF94E01D}" presName="spaceRect" presStyleCnt="0"/>
      <dgm:spPr/>
    </dgm:pt>
    <dgm:pt modelId="{4B2A6CA3-297E-4D79-A096-5D4736763A9E}" type="pres">
      <dgm:prSet presAssocID="{E2169D0B-05AF-4815-BB6A-D55DFF94E01D}" presName="textRect" presStyleLbl="revTx" presStyleIdx="1" presStyleCnt="4">
        <dgm:presLayoutVars>
          <dgm:chMax val="1"/>
          <dgm:chPref val="1"/>
        </dgm:presLayoutVars>
      </dgm:prSet>
      <dgm:spPr/>
    </dgm:pt>
    <dgm:pt modelId="{8A9E0B12-4AB0-44B3-AD34-DA8B80019601}" type="pres">
      <dgm:prSet presAssocID="{A3A01599-B598-4E8A-817F-986CD55A8B87}" presName="sibTrans" presStyleCnt="0"/>
      <dgm:spPr/>
    </dgm:pt>
    <dgm:pt modelId="{7E87D6C1-40B9-4C5E-A916-3E062C6FE9C1}" type="pres">
      <dgm:prSet presAssocID="{14B0132D-7E22-41A6-8EF9-1E6093312C19}" presName="compNode" presStyleCnt="0"/>
      <dgm:spPr/>
    </dgm:pt>
    <dgm:pt modelId="{370CD85C-B99C-43AE-9D8D-237B63BD862A}" type="pres">
      <dgm:prSet presAssocID="{14B0132D-7E22-41A6-8EF9-1E6093312C1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72CC0A5-BAA6-4672-A1CB-A7003F11E661}" type="pres">
      <dgm:prSet presAssocID="{14B0132D-7E22-41A6-8EF9-1E6093312C19}" presName="spaceRect" presStyleCnt="0"/>
      <dgm:spPr/>
    </dgm:pt>
    <dgm:pt modelId="{B9922038-4A2D-4A33-AADD-B7EA77C3BD9D}" type="pres">
      <dgm:prSet presAssocID="{14B0132D-7E22-41A6-8EF9-1E6093312C19}" presName="textRect" presStyleLbl="revTx" presStyleIdx="2" presStyleCnt="4">
        <dgm:presLayoutVars>
          <dgm:chMax val="1"/>
          <dgm:chPref val="1"/>
        </dgm:presLayoutVars>
      </dgm:prSet>
      <dgm:spPr/>
    </dgm:pt>
    <dgm:pt modelId="{30CF197A-0426-4095-935A-F0C10799738B}" type="pres">
      <dgm:prSet presAssocID="{6EEE753C-9EC6-4BA1-81A6-0FCA049D9E0B}" presName="sibTrans" presStyleCnt="0"/>
      <dgm:spPr/>
    </dgm:pt>
    <dgm:pt modelId="{C83692F5-8222-404E-B219-97CDED6EAA0D}" type="pres">
      <dgm:prSet presAssocID="{1C236714-1037-484A-84A8-1C83FF57B8E0}" presName="compNode" presStyleCnt="0"/>
      <dgm:spPr/>
    </dgm:pt>
    <dgm:pt modelId="{DB9ECB8D-B9C0-4694-BC17-325288A7BAD5}" type="pres">
      <dgm:prSet presAssocID="{1C236714-1037-484A-84A8-1C83FF57B8E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069E5D24-EB19-4316-B826-DCA42F0ADC57}" type="pres">
      <dgm:prSet presAssocID="{1C236714-1037-484A-84A8-1C83FF57B8E0}" presName="spaceRect" presStyleCnt="0"/>
      <dgm:spPr/>
    </dgm:pt>
    <dgm:pt modelId="{193DBA09-54EE-43FB-A113-3FA2A1F889E2}" type="pres">
      <dgm:prSet presAssocID="{1C236714-1037-484A-84A8-1C83FF57B8E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02E9D29-CDF7-4B44-AF7D-8C9DDB69118A}" type="presOf" srcId="{27A435D4-2AB0-49BD-A764-B9B7AD7B8C37}" destId="{0FED8B5E-1BFF-4045-9575-CF82CFF30B46}" srcOrd="0" destOrd="0" presId="urn:microsoft.com/office/officeart/2018/2/layout/IconLabelList"/>
    <dgm:cxn modelId="{295C8952-0A28-4013-9C96-682E19F8D6D8}" type="presOf" srcId="{E2169D0B-05AF-4815-BB6A-D55DFF94E01D}" destId="{4B2A6CA3-297E-4D79-A096-5D4736763A9E}" srcOrd="0" destOrd="0" presId="urn:microsoft.com/office/officeart/2018/2/layout/IconLabelList"/>
    <dgm:cxn modelId="{90893653-2FD5-4336-9983-61A11F7979FD}" srcId="{901239F1-2A3B-4AC4-AF28-9A1D159093DD}" destId="{1C236714-1037-484A-84A8-1C83FF57B8E0}" srcOrd="3" destOrd="0" parTransId="{D72AC75D-409B-477C-8EC6-3A8AD3DA5ABE}" sibTransId="{A35D1214-0C6E-400C-BDF3-4B33AD01B389}"/>
    <dgm:cxn modelId="{CE0A3F54-395A-4516-B512-C86EA22FEB21}" type="presOf" srcId="{901239F1-2A3B-4AC4-AF28-9A1D159093DD}" destId="{F726940E-83C1-4534-A473-768197470969}" srcOrd="0" destOrd="0" presId="urn:microsoft.com/office/officeart/2018/2/layout/IconLabelList"/>
    <dgm:cxn modelId="{1A118FCB-73AA-4925-BF40-564056D8C9B5}" srcId="{901239F1-2A3B-4AC4-AF28-9A1D159093DD}" destId="{27A435D4-2AB0-49BD-A764-B9B7AD7B8C37}" srcOrd="0" destOrd="0" parTransId="{AA3C993E-7D93-43DC-AF18-E3AC33BEDB97}" sibTransId="{19D270EC-C4E0-4F62-B682-9ADDE0B12B57}"/>
    <dgm:cxn modelId="{DDBDF8CD-02D4-4CC6-94B7-13EF866EEEBD}" type="presOf" srcId="{14B0132D-7E22-41A6-8EF9-1E6093312C19}" destId="{B9922038-4A2D-4A33-AADD-B7EA77C3BD9D}" srcOrd="0" destOrd="0" presId="urn:microsoft.com/office/officeart/2018/2/layout/IconLabelList"/>
    <dgm:cxn modelId="{5774E2D4-BAF9-4F65-B3ED-3C3AE36F47F9}" srcId="{901239F1-2A3B-4AC4-AF28-9A1D159093DD}" destId="{14B0132D-7E22-41A6-8EF9-1E6093312C19}" srcOrd="2" destOrd="0" parTransId="{37A5410F-A6DD-4465-B188-1913A5D0593F}" sibTransId="{6EEE753C-9EC6-4BA1-81A6-0FCA049D9E0B}"/>
    <dgm:cxn modelId="{A9EB7AF1-B1B6-48EA-A381-7F5FEC759EC4}" type="presOf" srcId="{1C236714-1037-484A-84A8-1C83FF57B8E0}" destId="{193DBA09-54EE-43FB-A113-3FA2A1F889E2}" srcOrd="0" destOrd="0" presId="urn:microsoft.com/office/officeart/2018/2/layout/IconLabelList"/>
    <dgm:cxn modelId="{9CC3A7FA-F168-4AE1-9A9C-2277B37BC635}" srcId="{901239F1-2A3B-4AC4-AF28-9A1D159093DD}" destId="{E2169D0B-05AF-4815-BB6A-D55DFF94E01D}" srcOrd="1" destOrd="0" parTransId="{754C7510-058F-44EE-AD82-4729841B755D}" sibTransId="{A3A01599-B598-4E8A-817F-986CD55A8B87}"/>
    <dgm:cxn modelId="{9A6F3AC0-08D4-484A-A623-C23648318B54}" type="presParOf" srcId="{F726940E-83C1-4534-A473-768197470969}" destId="{7BDC5D4F-F817-4814-ACF4-3690A6FE83A1}" srcOrd="0" destOrd="0" presId="urn:microsoft.com/office/officeart/2018/2/layout/IconLabelList"/>
    <dgm:cxn modelId="{CE625656-4F44-47E7-9BE6-E0AC9F9CB9BF}" type="presParOf" srcId="{7BDC5D4F-F817-4814-ACF4-3690A6FE83A1}" destId="{93A02B0B-75ED-449F-8429-6D38468CB0D8}" srcOrd="0" destOrd="0" presId="urn:microsoft.com/office/officeart/2018/2/layout/IconLabelList"/>
    <dgm:cxn modelId="{BA179D43-2872-47FE-AD1D-ADCE4BB1DCA2}" type="presParOf" srcId="{7BDC5D4F-F817-4814-ACF4-3690A6FE83A1}" destId="{DB68FDCD-C161-47BF-94DC-D2F8498BC170}" srcOrd="1" destOrd="0" presId="urn:microsoft.com/office/officeart/2018/2/layout/IconLabelList"/>
    <dgm:cxn modelId="{883C0AA2-9271-4777-BF02-599775A22FA5}" type="presParOf" srcId="{7BDC5D4F-F817-4814-ACF4-3690A6FE83A1}" destId="{0FED8B5E-1BFF-4045-9575-CF82CFF30B46}" srcOrd="2" destOrd="0" presId="urn:microsoft.com/office/officeart/2018/2/layout/IconLabelList"/>
    <dgm:cxn modelId="{2A0992DE-FE2F-4A1D-8E06-0389AAEB7257}" type="presParOf" srcId="{F726940E-83C1-4534-A473-768197470969}" destId="{740BA724-A4AA-4FBE-8737-1293491F5754}" srcOrd="1" destOrd="0" presId="urn:microsoft.com/office/officeart/2018/2/layout/IconLabelList"/>
    <dgm:cxn modelId="{69A0F0DE-B717-456F-B82E-13CADA8581C5}" type="presParOf" srcId="{F726940E-83C1-4534-A473-768197470969}" destId="{0555FBA7-D05D-4DC3-A85D-D21D491DB488}" srcOrd="2" destOrd="0" presId="urn:microsoft.com/office/officeart/2018/2/layout/IconLabelList"/>
    <dgm:cxn modelId="{F1DAB049-AE89-4583-BEE9-0C46C9C03FB3}" type="presParOf" srcId="{0555FBA7-D05D-4DC3-A85D-D21D491DB488}" destId="{9A8E316C-B9AB-4D9F-8304-4CE6A688AFA8}" srcOrd="0" destOrd="0" presId="urn:microsoft.com/office/officeart/2018/2/layout/IconLabelList"/>
    <dgm:cxn modelId="{D2CCD6B7-7197-4C74-A382-5F9A8B46E3EB}" type="presParOf" srcId="{0555FBA7-D05D-4DC3-A85D-D21D491DB488}" destId="{7B943F88-AC16-4833-AE15-5C5B004DC29C}" srcOrd="1" destOrd="0" presId="urn:microsoft.com/office/officeart/2018/2/layout/IconLabelList"/>
    <dgm:cxn modelId="{6C00F508-C81C-405C-A7DA-0C6F4E1580DC}" type="presParOf" srcId="{0555FBA7-D05D-4DC3-A85D-D21D491DB488}" destId="{4B2A6CA3-297E-4D79-A096-5D4736763A9E}" srcOrd="2" destOrd="0" presId="urn:microsoft.com/office/officeart/2018/2/layout/IconLabelList"/>
    <dgm:cxn modelId="{233BDA04-2738-494A-89C9-DFF8CA4BA74E}" type="presParOf" srcId="{F726940E-83C1-4534-A473-768197470969}" destId="{8A9E0B12-4AB0-44B3-AD34-DA8B80019601}" srcOrd="3" destOrd="0" presId="urn:microsoft.com/office/officeart/2018/2/layout/IconLabelList"/>
    <dgm:cxn modelId="{57B936CF-E6F6-45C4-A386-71D2A9DAF811}" type="presParOf" srcId="{F726940E-83C1-4534-A473-768197470969}" destId="{7E87D6C1-40B9-4C5E-A916-3E062C6FE9C1}" srcOrd="4" destOrd="0" presId="urn:microsoft.com/office/officeart/2018/2/layout/IconLabelList"/>
    <dgm:cxn modelId="{422F94BA-404E-43ED-A35A-269B806EA338}" type="presParOf" srcId="{7E87D6C1-40B9-4C5E-A916-3E062C6FE9C1}" destId="{370CD85C-B99C-43AE-9D8D-237B63BD862A}" srcOrd="0" destOrd="0" presId="urn:microsoft.com/office/officeart/2018/2/layout/IconLabelList"/>
    <dgm:cxn modelId="{7345E521-9268-4028-AD71-5406797BFFF1}" type="presParOf" srcId="{7E87D6C1-40B9-4C5E-A916-3E062C6FE9C1}" destId="{872CC0A5-BAA6-4672-A1CB-A7003F11E661}" srcOrd="1" destOrd="0" presId="urn:microsoft.com/office/officeart/2018/2/layout/IconLabelList"/>
    <dgm:cxn modelId="{B419A842-31BC-4B43-A712-AAE763C110C3}" type="presParOf" srcId="{7E87D6C1-40B9-4C5E-A916-3E062C6FE9C1}" destId="{B9922038-4A2D-4A33-AADD-B7EA77C3BD9D}" srcOrd="2" destOrd="0" presId="urn:microsoft.com/office/officeart/2018/2/layout/IconLabelList"/>
    <dgm:cxn modelId="{EAD1161C-C384-449A-8298-9CBCF7BE4A5D}" type="presParOf" srcId="{F726940E-83C1-4534-A473-768197470969}" destId="{30CF197A-0426-4095-935A-F0C10799738B}" srcOrd="5" destOrd="0" presId="urn:microsoft.com/office/officeart/2018/2/layout/IconLabelList"/>
    <dgm:cxn modelId="{22CCA224-6AE5-4BD1-9B60-24888BC4860A}" type="presParOf" srcId="{F726940E-83C1-4534-A473-768197470969}" destId="{C83692F5-8222-404E-B219-97CDED6EAA0D}" srcOrd="6" destOrd="0" presId="urn:microsoft.com/office/officeart/2018/2/layout/IconLabelList"/>
    <dgm:cxn modelId="{4963C5E7-FE7E-4AD9-A524-3C847B8C0FE7}" type="presParOf" srcId="{C83692F5-8222-404E-B219-97CDED6EAA0D}" destId="{DB9ECB8D-B9C0-4694-BC17-325288A7BAD5}" srcOrd="0" destOrd="0" presId="urn:microsoft.com/office/officeart/2018/2/layout/IconLabelList"/>
    <dgm:cxn modelId="{1F355AA1-6D4A-48D1-8787-BD83938E1653}" type="presParOf" srcId="{C83692F5-8222-404E-B219-97CDED6EAA0D}" destId="{069E5D24-EB19-4316-B826-DCA42F0ADC57}" srcOrd="1" destOrd="0" presId="urn:microsoft.com/office/officeart/2018/2/layout/IconLabelList"/>
    <dgm:cxn modelId="{2889054F-78B4-4421-BA33-A380108B8467}" type="presParOf" srcId="{C83692F5-8222-404E-B219-97CDED6EAA0D}" destId="{193DBA09-54EE-43FB-A113-3FA2A1F889E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33345-393A-46F1-9C83-516AD571C51E}">
      <dsp:nvSpPr>
        <dsp:cNvPr id="0" name=""/>
        <dsp:cNvSpPr/>
      </dsp:nvSpPr>
      <dsp:spPr>
        <a:xfrm>
          <a:off x="289" y="1489488"/>
          <a:ext cx="710427" cy="7104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F3008-E34D-450D-8F40-722CCC285E9D}">
      <dsp:nvSpPr>
        <dsp:cNvPr id="0" name=""/>
        <dsp:cNvSpPr/>
      </dsp:nvSpPr>
      <dsp:spPr>
        <a:xfrm>
          <a:off x="149479" y="1638678"/>
          <a:ext cx="412048" cy="412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F6DD2-42EA-41ED-9386-95886C608809}">
      <dsp:nvSpPr>
        <dsp:cNvPr id="0" name=""/>
        <dsp:cNvSpPr/>
      </dsp:nvSpPr>
      <dsp:spPr>
        <a:xfrm>
          <a:off x="862952" y="14894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Team 1 Members: Adam, Samuel, Tyler, Masoud</a:t>
          </a:r>
        </a:p>
      </dsp:txBody>
      <dsp:txXfrm>
        <a:off x="862952" y="1489488"/>
        <a:ext cx="1674579" cy="710427"/>
      </dsp:txXfrm>
    </dsp:sp>
    <dsp:sp modelId="{0F295DD0-8A04-4E8D-8616-B117BDD26ABB}">
      <dsp:nvSpPr>
        <dsp:cNvPr id="0" name=""/>
        <dsp:cNvSpPr/>
      </dsp:nvSpPr>
      <dsp:spPr>
        <a:xfrm>
          <a:off x="2829314" y="1489488"/>
          <a:ext cx="710427" cy="7104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B2730-366D-4DBC-A153-17480364EA04}">
      <dsp:nvSpPr>
        <dsp:cNvPr id="0" name=""/>
        <dsp:cNvSpPr/>
      </dsp:nvSpPr>
      <dsp:spPr>
        <a:xfrm>
          <a:off x="2978504" y="1638678"/>
          <a:ext cx="412048" cy="412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48AB1-A69C-433A-936D-F88DFEA71AB6}">
      <dsp:nvSpPr>
        <dsp:cNvPr id="0" name=""/>
        <dsp:cNvSpPr/>
      </dsp:nvSpPr>
      <dsp:spPr>
        <a:xfrm>
          <a:off x="3691976" y="14894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Course: IT 4983</a:t>
          </a:r>
        </a:p>
      </dsp:txBody>
      <dsp:txXfrm>
        <a:off x="3691976" y="1489488"/>
        <a:ext cx="1674579" cy="710427"/>
      </dsp:txXfrm>
    </dsp:sp>
    <dsp:sp modelId="{EF3F6273-F318-45C4-ADA9-D7C327BF9ADE}">
      <dsp:nvSpPr>
        <dsp:cNvPr id="0" name=""/>
        <dsp:cNvSpPr/>
      </dsp:nvSpPr>
      <dsp:spPr>
        <a:xfrm>
          <a:off x="5658339" y="1489488"/>
          <a:ext cx="710427" cy="7104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E18E3-B4BE-4AE8-BB32-3C16574EEFC1}">
      <dsp:nvSpPr>
        <dsp:cNvPr id="0" name=""/>
        <dsp:cNvSpPr/>
      </dsp:nvSpPr>
      <dsp:spPr>
        <a:xfrm>
          <a:off x="5807529" y="1638678"/>
          <a:ext cx="412048" cy="412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C40D8-83B4-4CDB-A964-55832BC31292}">
      <dsp:nvSpPr>
        <dsp:cNvPr id="0" name=""/>
        <dsp:cNvSpPr/>
      </dsp:nvSpPr>
      <dsp:spPr>
        <a:xfrm>
          <a:off x="6521001" y="1489488"/>
          <a:ext cx="1674579" cy="710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Date: 04/23/2026</a:t>
          </a:r>
        </a:p>
      </dsp:txBody>
      <dsp:txXfrm>
        <a:off x="6521001" y="1489488"/>
        <a:ext cx="1674579" cy="710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02B0B-75ED-449F-8429-6D38468CB0D8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D8B5E-1BFF-4045-9575-CF82CFF30B46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 coordination of outreach and engagement events</a:t>
          </a:r>
        </a:p>
      </dsp:txBody>
      <dsp:txXfrm>
        <a:off x="2092" y="2349886"/>
        <a:ext cx="1741992" cy="696796"/>
      </dsp:txXfrm>
    </dsp:sp>
    <dsp:sp modelId="{9A8E316C-B9AB-4D9F-8304-4CE6A688AFA8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A6CA3-297E-4D79-A096-5D4736763A9E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Current system lacks formal, centralized view</a:t>
          </a:r>
        </a:p>
      </dsp:txBody>
      <dsp:txXfrm>
        <a:off x="2048933" y="2349886"/>
        <a:ext cx="1741992" cy="696796"/>
      </dsp:txXfrm>
    </dsp:sp>
    <dsp:sp modelId="{370CD85C-B99C-43AE-9D8D-237B63BD862A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922038-4A2D-4A33-AADD-B7EA77C3BD9D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Lack of structure creates inefficiencies</a:t>
          </a:r>
        </a:p>
      </dsp:txBody>
      <dsp:txXfrm>
        <a:off x="4095774" y="2349886"/>
        <a:ext cx="1741992" cy="696796"/>
      </dsp:txXfrm>
    </dsp:sp>
    <dsp:sp modelId="{DB9ECB8D-B9C0-4694-BC17-325288A7BAD5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DBA09-54EE-43FB-A113-3FA2A1F889E2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Goal: centralized coordination platform</a:t>
          </a:r>
        </a:p>
      </dsp:txBody>
      <dsp:txXfrm>
        <a:off x="6142615" y="2349886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D308A-76A1-4D4E-9E5B-7E0F075650A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1C9D7-63FA-47BC-B523-B8EC2898E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3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1C9D7-63FA-47BC-B523-B8EC2898E3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3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1C9D7-63FA-47BC-B523-B8EC2898E3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51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1C9D7-63FA-47BC-B523-B8EC2898E3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11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1C9D7-63FA-47BC-B523-B8EC2898E3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96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1C9D7-63FA-47BC-B523-B8EC2898E3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66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1C9D7-63FA-47BC-B523-B8EC2898E3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57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1C9D7-63FA-47BC-B523-B8EC2898E3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8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Operational Coordination Platform for Outreach and Engagement</a:t>
            </a:r>
            <a:br>
              <a:rPr lang="en-US" sz="2700">
                <a:solidFill>
                  <a:srgbClr val="FFFFFF"/>
                </a:solidFill>
              </a:rPr>
            </a:br>
            <a:endParaRPr lang="en-US" sz="2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FFFFFF"/>
                </a:solidFill>
              </a:rPr>
              <a:t>Milestone 3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B008F09A-6DAF-859B-3AB1-2065316592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09437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dirty="0"/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2100" dirty="0"/>
              <a:t>Masoud </a:t>
            </a:r>
            <a:r>
              <a:rPr lang="en-US" sz="2100" dirty="0" err="1"/>
              <a:t>Khelghati</a:t>
            </a:r>
            <a:endParaRPr lang="en-US" sz="2100" dirty="0"/>
          </a:p>
          <a:p>
            <a:r>
              <a:rPr lang="en-US" sz="2100" dirty="0"/>
              <a:t>Adam Hutcheson</a:t>
            </a:r>
          </a:p>
          <a:p>
            <a:r>
              <a:rPr lang="en-US" sz="2100" dirty="0"/>
              <a:t>Tyler Higgins</a:t>
            </a:r>
          </a:p>
          <a:p>
            <a:r>
              <a:rPr lang="en-US" sz="2100" dirty="0"/>
              <a:t>Samuel Ekema</a:t>
            </a:r>
          </a:p>
          <a:p>
            <a:endParaRPr lang="en-US" sz="2100" dirty="0"/>
          </a:p>
          <a:p>
            <a:r>
              <a:rPr lang="en-US" sz="2100" dirty="0"/>
              <a:t>All team members are IT majors</a:t>
            </a:r>
          </a:p>
          <a:p>
            <a:r>
              <a:rPr lang="en-US" sz="2100" dirty="0"/>
              <a:t>Experience in research, system analysis, and tools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9" name="Graphic 38" descr="Connections">
            <a:extLst>
              <a:ext uri="{FF2B5EF4-FFF2-40B4-BE49-F238E27FC236}">
                <a16:creationId xmlns:a16="http://schemas.microsoft.com/office/drawing/2014/main" id="{BE303187-7648-8D0B-02AD-2C4A701E71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Project Summary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3D4BCD35-BF28-EA07-A8A9-B5ED1276BC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09723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1729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 dirty="0"/>
              <a:t>Tool Criteria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290CB6-F8E0-3313-2BD0-A85E36BA22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011" y="1213144"/>
            <a:ext cx="4014676" cy="55206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/>
              <a:t>👤 </a:t>
            </a:r>
            <a:r>
              <a:rPr lang="en-US" sz="2000" dirty="0"/>
              <a:t>Usability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  <a:buNone/>
            </a:pPr>
            <a:r>
              <a:rPr lang="en-US" sz="2000" dirty="0"/>
              <a:t>✔ Ease of Use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  <a:buNone/>
            </a:pPr>
            <a:r>
              <a:rPr lang="en-US" sz="2000" dirty="0"/>
              <a:t>📊 Task Visibility &amp; Creation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  <a:buNone/>
            </a:pPr>
            <a:r>
              <a:rPr lang="en-US" sz="2000" dirty="0"/>
              <a:t>💰 Cost</a:t>
            </a:r>
          </a:p>
          <a:p>
            <a:pPr>
              <a:lnSpc>
                <a:spcPct val="90000"/>
              </a:lnSpc>
              <a:buNone/>
            </a:pPr>
            <a:endParaRPr lang="en-US" sz="2000" b="1" dirty="0"/>
          </a:p>
          <a:p>
            <a:pPr>
              <a:lnSpc>
                <a:spcPct val="90000"/>
              </a:lnSpc>
              <a:buNone/>
            </a:pPr>
            <a:r>
              <a:rPr lang="en-US" sz="2000" b="1" dirty="0"/>
              <a:t>Microsoft Planner is the best choice for the team.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6685267"/>
            <a:chOff x="6357228" y="0"/>
            <a:chExt cx="5822103" cy="668526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1" name="Graphic 30" descr="Workforce Management">
            <a:extLst>
              <a:ext uri="{FF2B5EF4-FFF2-40B4-BE49-F238E27FC236}">
                <a16:creationId xmlns:a16="http://schemas.microsoft.com/office/drawing/2014/main" id="{A50C0173-F509-127C-D25E-43B03AD27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615" y="2065912"/>
            <a:ext cx="2746374" cy="27463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9E306-ECB6-F80A-ACF9-53A5863C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9B8B4-81E0-74A9-108E-8B2AADCE6A83}"/>
              </a:ext>
            </a:extLst>
          </p:cNvPr>
          <p:cNvSpPr txBox="1"/>
          <p:nvPr/>
        </p:nvSpPr>
        <p:spPr>
          <a:xfrm>
            <a:off x="5102556" y="238873"/>
            <a:ext cx="3117384" cy="1708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latin typeface="+mj-lt"/>
                <a:ea typeface="+mj-ea"/>
                <a:cs typeface="+mj-cs"/>
              </a:rPr>
              <a:t>Why Microsoft Planner?</a:t>
            </a:r>
          </a:p>
        </p:txBody>
      </p:sp>
      <p:pic>
        <p:nvPicPr>
          <p:cNvPr id="6" name="Picture 5" descr="Person watching empty phone">
            <a:extLst>
              <a:ext uri="{FF2B5EF4-FFF2-40B4-BE49-F238E27FC236}">
                <a16:creationId xmlns:a16="http://schemas.microsoft.com/office/drawing/2014/main" id="{51E61B29-C7F9-6774-81CC-B520166DA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30" r="12170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932E-478D-FC43-46AA-517E39C2E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556" y="2185989"/>
            <a:ext cx="3117384" cy="4529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Included in Microsoft 365</a:t>
            </a:r>
          </a:p>
          <a:p>
            <a:pPr marL="114300" indent="0" defTabSz="914400">
              <a:lnSpc>
                <a:spcPct val="90000"/>
              </a:lnSpc>
              <a:buNone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Integrates with other Microsoft 365 tools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Efficient and simple task tracking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User-friendly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Automatic notifications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Meets almost all the team’s needs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Can be used on mobile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46341C-79A9-B22B-C837-575D957FA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534" y="2445204"/>
            <a:ext cx="620213" cy="620213"/>
          </a:xfrm>
          <a:prstGeom prst="rect">
            <a:avLst/>
          </a:prstGeom>
          <a:scene3d>
            <a:camera prst="perspective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99890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7F659-D252-4B28-3937-7BF33949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670218"/>
            <a:ext cx="818223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/>
              <a:t>Task creation is easy!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2032" y="1800088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403429-7CBF-F6A5-C253-5889D76534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097798"/>
            <a:ext cx="2673030" cy="2398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7D5946-1B9A-1B2E-1C36-405ACA20F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953" y="2619784"/>
            <a:ext cx="2709030" cy="360004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7667F5-B75F-55BB-219E-CF20E00FC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/>
          <a:stretch/>
        </p:blipFill>
        <p:spPr>
          <a:xfrm>
            <a:off x="6323076" y="2619784"/>
            <a:ext cx="2818638" cy="360004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FC87F7-B7E1-71AF-B249-224E55931748}"/>
              </a:ext>
            </a:extLst>
          </p:cNvPr>
          <p:cNvCxnSpPr>
            <a:stCxn id="11" idx="3"/>
          </p:cNvCxnSpPr>
          <p:nvPr/>
        </p:nvCxnSpPr>
        <p:spPr>
          <a:xfrm>
            <a:off x="2673030" y="4297027"/>
            <a:ext cx="413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17B038-5411-3896-951E-0AB749141B80}"/>
              </a:ext>
            </a:extLst>
          </p:cNvPr>
          <p:cNvCxnSpPr>
            <a:cxnSpLocks/>
          </p:cNvCxnSpPr>
          <p:nvPr/>
        </p:nvCxnSpPr>
        <p:spPr>
          <a:xfrm>
            <a:off x="5795983" y="4297027"/>
            <a:ext cx="527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27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6B5C3-CB33-026C-8D98-7B9E086E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r>
              <a:rPr lang="en-US" sz="3000"/>
              <a:t>Task Details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E85EA-6C54-1A19-68C8-3B96D82DA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2684095"/>
            <a:ext cx="3332365" cy="3492868"/>
          </a:xfrm>
        </p:spPr>
        <p:txBody>
          <a:bodyPr>
            <a:normAutofit/>
          </a:bodyPr>
          <a:lstStyle/>
          <a:p>
            <a:r>
              <a:rPr lang="en-US" sz="1600"/>
              <a:t>Can be put into categories (“buckets”)</a:t>
            </a:r>
          </a:p>
          <a:p>
            <a:r>
              <a:rPr lang="en-US" sz="1600"/>
              <a:t>Progress tracking</a:t>
            </a:r>
          </a:p>
          <a:p>
            <a:r>
              <a:rPr lang="en-US" sz="1600"/>
              <a:t>Priority</a:t>
            </a:r>
          </a:p>
          <a:p>
            <a:r>
              <a:rPr lang="en-US" sz="1600"/>
              <a:t>Start/Due date</a:t>
            </a:r>
          </a:p>
          <a:p>
            <a:r>
              <a:rPr lang="en-US" sz="1600"/>
              <a:t>Repeating tasks</a:t>
            </a:r>
          </a:p>
          <a:p>
            <a:r>
              <a:rPr lang="en-US" sz="1600"/>
              <a:t>Subtasks (”checklist”)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FF5FB8-AA5B-9B12-1727-2DEF2936D1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56" t="6986" b="1045"/>
          <a:stretch>
            <a:fillRect/>
          </a:stretch>
        </p:blipFill>
        <p:spPr>
          <a:xfrm>
            <a:off x="4039362" y="1095460"/>
            <a:ext cx="4830318" cy="46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04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26FA3-0F11-5D46-7B27-4C594F39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Board View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59652-37A5-ECE7-8933-89E5112D6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Default view</a:t>
            </a:r>
          </a:p>
          <a:p>
            <a:r>
              <a:rPr lang="en-US" sz="1900"/>
              <a:t>Sorted into columns based on bucket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0277B-EE32-1F7E-0EF8-C6DBFDDC6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41" y="2435581"/>
            <a:ext cx="8683717" cy="404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16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0BDCE-6CB5-0E6D-29E0-C6D3206B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Schedule (calendar) View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4CCE0-69F0-694F-A69A-45B22AB0E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Shows tasks on calendar</a:t>
            </a:r>
          </a:p>
          <a:p>
            <a:r>
              <a:rPr lang="en-US" sz="1900"/>
              <a:t>Shows length of task if start date is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1E371-914E-3ADD-1688-B49655307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89" y="2184610"/>
            <a:ext cx="7598822" cy="45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72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90712-A110-7349-6D1D-1D85101F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Grid View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3416-8BCA-E445-BDD3-6CBA65708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More compact</a:t>
            </a:r>
          </a:p>
          <a:p>
            <a:r>
              <a:rPr lang="en-US" sz="1900"/>
              <a:t>Can sort by clicking on category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FC6C5-9FB0-6710-3FF0-A7687DBAC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3" y="2843261"/>
            <a:ext cx="8661654" cy="318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6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7BD90-0768-A372-CE82-C25028CE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Chart View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15294-EC10-F74E-25D8-35BA49948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Shows status of tasks, grouped by overall status, bucket assignment, priority, and member assignment</a:t>
            </a:r>
          </a:p>
          <a:p>
            <a:r>
              <a:rPr lang="en-US" sz="1900"/>
              <a:t>Great for seeing progress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9A4CA-B596-9464-CF0F-1A14FE51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35" y="2086639"/>
            <a:ext cx="8020329" cy="474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60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ABB36-B693-0ABC-861B-30B46BA4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3500"/>
              <a:t>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21255-BD25-40B5-B11C-0B8651E27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44" y="994299"/>
            <a:ext cx="8354833" cy="23811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7B51-6F24-4779-8C83-91E3484D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	All views can be filtered by: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 due date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 priority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 progress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 label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 bucket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 member assignment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22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737C4-38E9-B2FF-110E-8F622550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r>
              <a:rPr lang="en-US" sz="3500"/>
              <a:t>Seeing your own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96BC5-5F8D-DBC7-CB9E-AE09CB5B1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US" sz="1700" dirty="0"/>
              <a:t>To quickly view your assigned tasks, click the “My Tasks” button in the sidebar</a:t>
            </a:r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85829-8D4C-E792-65F4-9DB38CBC0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31" y="1042922"/>
            <a:ext cx="3900767" cy="43583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48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A4080-B6C6-52C0-4C86-B6014347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ctr">
            <a:normAutofit/>
          </a:bodyPr>
          <a:lstStyle/>
          <a:p>
            <a:r>
              <a:rPr lang="en-US" sz="3500" dirty="0"/>
              <a:t>It works on phones!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DCB44-EB92-8384-B1CB-89FE0D610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US" sz="1700" dirty="0"/>
              <a:t>App is available on iPhone App Store or Play Store for Android</a:t>
            </a:r>
          </a:p>
          <a:p>
            <a:endParaRPr lang="en-US" sz="1700" dirty="0"/>
          </a:p>
          <a:p>
            <a:endParaRPr lang="en-US" sz="1700" dirty="0"/>
          </a:p>
          <a:p>
            <a:r>
              <a:rPr lang="en-US" sz="1700" dirty="0"/>
              <a:t>Functions the same, slightly more difficult to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9F447-773E-BFD4-2EF1-52E5D47D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223" y="489118"/>
            <a:ext cx="2896983" cy="54660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1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bed0e5-858b-45e1-b7f8-c5d307bab0a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11D3E14ECF834FB02168E9EE1984A9" ma:contentTypeVersion="15" ma:contentTypeDescription="Create a new document." ma:contentTypeScope="" ma:versionID="8cae8dab7d621ffc7e924f112e228ee8">
  <xsd:schema xmlns:xsd="http://www.w3.org/2001/XMLSchema" xmlns:xs="http://www.w3.org/2001/XMLSchema" xmlns:p="http://schemas.microsoft.com/office/2006/metadata/properties" xmlns:ns3="4db4799f-06aa-4eac-b01a-5b24d3469664" xmlns:ns4="cabed0e5-858b-45e1-b7f8-c5d307bab0a7" targetNamespace="http://schemas.microsoft.com/office/2006/metadata/properties" ma:root="true" ma:fieldsID="cf23bb38edac16be74ef7636c8289a9b" ns3:_="" ns4:_="">
    <xsd:import namespace="4db4799f-06aa-4eac-b01a-5b24d3469664"/>
    <xsd:import namespace="cabed0e5-858b-45e1-b7f8-c5d307bab0a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bjectDetectorVersions" minOccurs="0"/>
                <xsd:element ref="ns4:_activity" minOccurs="0"/>
                <xsd:element ref="ns4:MediaServiceSearchProperties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4799f-06aa-4eac-b01a-5b24d346966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ed0e5-858b-45e1-b7f8-c5d307bab0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088E1C-9BB8-410F-A880-E58B40351F27}">
  <ds:schemaRefs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4db4799f-06aa-4eac-b01a-5b24d3469664"/>
    <ds:schemaRef ds:uri="http://schemas.microsoft.com/office/2006/documentManagement/types"/>
    <ds:schemaRef ds:uri="cabed0e5-858b-45e1-b7f8-c5d307bab0a7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7907174-5E09-4B04-8B59-BEEEC24F56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DA1CA8-3FC3-41D6-B4FB-CAAE1F46F22C}">
  <ds:schemaRefs>
    <ds:schemaRef ds:uri="4db4799f-06aa-4eac-b01a-5b24d3469664"/>
    <ds:schemaRef ds:uri="cabed0e5-858b-45e1-b7f8-c5d307bab0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307</Words>
  <Application>Microsoft Macintosh PowerPoint</Application>
  <PresentationFormat>On-screen Show (4:3)</PresentationFormat>
  <Paragraphs>82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Operational Coordination Platform for Outreach and Engagement  Milestone 3</vt:lpstr>
      <vt:lpstr>Team Introduction</vt:lpstr>
      <vt:lpstr>Project Summary</vt:lpstr>
      <vt:lpstr>Tool Criteria</vt:lpstr>
      <vt:lpstr>PowerPoint Presentation</vt:lpstr>
      <vt:lpstr>Task creation is easy!</vt:lpstr>
      <vt:lpstr>Task Details</vt:lpstr>
      <vt:lpstr>Board View</vt:lpstr>
      <vt:lpstr>Schedule (calendar) View</vt:lpstr>
      <vt:lpstr>Grid View</vt:lpstr>
      <vt:lpstr>Chart View</vt:lpstr>
      <vt:lpstr>Views</vt:lpstr>
      <vt:lpstr>Seeing your own tasks</vt:lpstr>
      <vt:lpstr>It works on phones!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Masoudi</dc:creator>
  <cp:keywords/>
  <dc:description>generated using python-pptx</dc:description>
  <cp:lastModifiedBy>Adam Hutcheson</cp:lastModifiedBy>
  <cp:revision>42</cp:revision>
  <dcterms:created xsi:type="dcterms:W3CDTF">2013-01-27T09:14:16Z</dcterms:created>
  <dcterms:modified xsi:type="dcterms:W3CDTF">2026-04-27T00:01:49Z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0x0101007B11D3E14ECF834FB02168E9EE1984A9</vt:lpwstr>
  </property>
</Properties>
</file>